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88" r:id="rId7"/>
    <p:sldId id="259" r:id="rId8"/>
    <p:sldId id="260" r:id="rId9"/>
    <p:sldId id="261" r:id="rId10"/>
    <p:sldId id="262" r:id="rId11"/>
    <p:sldId id="263" r:id="rId12"/>
    <p:sldId id="290"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894423B-32BA-47F8-9C97-3EF4F4EF7D82}" styleName="Table_0">
    <a:wholeTbl>
      <a:tcTxStyle>
        <a:font>
          <a:latin typeface="Trebuchet MS"/>
          <a:ea typeface="Trebuchet MS"/>
          <a:cs typeface="Trebuchet MS"/>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EF4E7"/>
          </a:solidFill>
        </a:fill>
      </a:tcStyle>
    </a:wholeTbl>
    <a:band1H>
      <a:tcTxStyle/>
      <a:tcStyle>
        <a:tcBdr/>
        <a:fill>
          <a:solidFill>
            <a:srgbClr val="DBE9CB"/>
          </a:solidFill>
        </a:fill>
      </a:tcStyle>
    </a:band1H>
    <a:band2H>
      <a:tcTxStyle/>
      <a:tcStyle>
        <a:tcBdr/>
      </a:tcStyle>
    </a:band2H>
    <a:band1V>
      <a:tcTxStyle/>
      <a:tcStyle>
        <a:tcBdr/>
        <a:fill>
          <a:solidFill>
            <a:srgbClr val="DBE9CB"/>
          </a:solidFill>
        </a:fill>
      </a:tcStyle>
    </a:band1V>
    <a:band2V>
      <a:tcTxStyle/>
      <a:tcStyle>
        <a:tcBdr/>
      </a:tcStyle>
    </a:band2V>
    <a:lastCol>
      <a:tcTxStyle b="on">
        <a:font>
          <a:latin typeface="Trebuchet MS"/>
          <a:ea typeface="Trebuchet MS"/>
          <a:cs typeface="Trebuchet MS"/>
        </a:font>
        <a:schemeClr val="lt1"/>
      </a:tcTxStyle>
      <a:tcStyle>
        <a:tcBdr/>
        <a:fill>
          <a:solidFill>
            <a:schemeClr val="accent1"/>
          </a:solidFill>
        </a:fill>
      </a:tcStyle>
    </a:lastCol>
    <a:firstCol>
      <a:tcTxStyle b="on">
        <a:font>
          <a:latin typeface="Trebuchet MS"/>
          <a:ea typeface="Trebuchet MS"/>
          <a:cs typeface="Trebuchet MS"/>
        </a:font>
        <a:schemeClr val="lt1"/>
      </a:tcTxStyle>
      <a:tcStyle>
        <a:tcBdr/>
        <a:fill>
          <a:solidFill>
            <a:schemeClr val="accent1"/>
          </a:solidFill>
        </a:fill>
      </a:tcStyle>
    </a:firstCol>
    <a:lastRow>
      <a:tcTxStyle b="on">
        <a:font>
          <a:latin typeface="Trebuchet MS"/>
          <a:ea typeface="Trebuchet MS"/>
          <a:cs typeface="Trebuchet MS"/>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a:font>
          <a:latin typeface="Trebuchet MS"/>
          <a:ea typeface="Trebuchet MS"/>
          <a:cs typeface="Trebuchet MS"/>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tableStyles" Target="tableStyles.xml"/><Relationship Id="rId4" Type="http://schemas.openxmlformats.org/officeDocument/2006/relationships/notesMaster" Target="notesMasters/notesMaster1.xml"/><Relationship Id="rId39" Type="http://schemas.openxmlformats.org/officeDocument/2006/relationships/viewProps" Target="viewProps.xml"/><Relationship Id="rId38" Type="http://schemas.openxmlformats.org/officeDocument/2006/relationships/presProps" Target="presProps.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9" name="Shape 139"/>
        <p:cNvGrpSpPr/>
        <p:nvPr/>
      </p:nvGrpSpPr>
      <p:grpSpPr>
        <a:xfrm>
          <a:off x="0" y="0"/>
          <a:ext cx="0" cy="0"/>
          <a:chOff x="0" y="0"/>
          <a:chExt cx="0" cy="0"/>
        </a:xfrm>
      </p:grpSpPr>
      <p:sp>
        <p:nvSpPr>
          <p:cNvPr id="140" name="Google Shape;140;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41" name="Google Shape;141;p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8" name="Shape 148"/>
        <p:cNvGrpSpPr/>
        <p:nvPr/>
      </p:nvGrpSpPr>
      <p:grpSpPr>
        <a:xfrm>
          <a:off x="0" y="0"/>
          <a:ext cx="0" cy="0"/>
          <a:chOff x="0" y="0"/>
          <a:chExt cx="0" cy="0"/>
        </a:xfrm>
      </p:grpSpPr>
      <p:sp>
        <p:nvSpPr>
          <p:cNvPr id="149" name="Google Shape;149;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0" name="Google Shape;150;p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4" name="Shape 154"/>
        <p:cNvGrpSpPr/>
        <p:nvPr/>
      </p:nvGrpSpPr>
      <p:grpSpPr>
        <a:xfrm>
          <a:off x="0" y="0"/>
          <a:ext cx="0" cy="0"/>
          <a:chOff x="0" y="0"/>
          <a:chExt cx="0" cy="0"/>
        </a:xfrm>
      </p:grpSpPr>
      <p:sp>
        <p:nvSpPr>
          <p:cNvPr id="155" name="Google Shape;155;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56" name="Google Shape;156;p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1" name="Shape 161"/>
        <p:cNvGrpSpPr/>
        <p:nvPr/>
      </p:nvGrpSpPr>
      <p:grpSpPr>
        <a:xfrm>
          <a:off x="0" y="0"/>
          <a:ext cx="0" cy="0"/>
          <a:chOff x="0" y="0"/>
          <a:chExt cx="0" cy="0"/>
        </a:xfrm>
      </p:grpSpPr>
      <p:sp>
        <p:nvSpPr>
          <p:cNvPr id="162" name="Google Shape;162;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3" name="Google Shape;163;p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7" name="Shape 167"/>
        <p:cNvGrpSpPr/>
        <p:nvPr/>
      </p:nvGrpSpPr>
      <p:grpSpPr>
        <a:xfrm>
          <a:off x="0" y="0"/>
          <a:ext cx="0" cy="0"/>
          <a:chOff x="0" y="0"/>
          <a:chExt cx="0" cy="0"/>
        </a:xfrm>
      </p:grpSpPr>
      <p:sp>
        <p:nvSpPr>
          <p:cNvPr id="168" name="Google Shape;168;p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69" name="Google Shape;169;p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3" name="Shape 173"/>
        <p:cNvGrpSpPr/>
        <p:nvPr/>
      </p:nvGrpSpPr>
      <p:grpSpPr>
        <a:xfrm>
          <a:off x="0" y="0"/>
          <a:ext cx="0" cy="0"/>
          <a:chOff x="0" y="0"/>
          <a:chExt cx="0" cy="0"/>
        </a:xfrm>
      </p:grpSpPr>
      <p:sp>
        <p:nvSpPr>
          <p:cNvPr id="174" name="Google Shape;174;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75" name="Google Shape;175;p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9" name="Shape 179"/>
        <p:cNvGrpSpPr/>
        <p:nvPr/>
      </p:nvGrpSpPr>
      <p:grpSpPr>
        <a:xfrm>
          <a:off x="0" y="0"/>
          <a:ext cx="0" cy="0"/>
          <a:chOff x="0" y="0"/>
          <a:chExt cx="0" cy="0"/>
        </a:xfrm>
      </p:grpSpPr>
      <p:sp>
        <p:nvSpPr>
          <p:cNvPr id="180" name="Google Shape;180;p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1" name="Google Shape;181;p7: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5" name="Shape 185"/>
        <p:cNvGrpSpPr/>
        <p:nvPr/>
      </p:nvGrpSpPr>
      <p:grpSpPr>
        <a:xfrm>
          <a:off x="0" y="0"/>
          <a:ext cx="0" cy="0"/>
          <a:chOff x="0" y="0"/>
          <a:chExt cx="0" cy="0"/>
        </a:xfrm>
      </p:grpSpPr>
      <p:sp>
        <p:nvSpPr>
          <p:cNvPr id="186" name="Google Shape;186;p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87" name="Google Shape;187;p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192" name="Google Shape;192;p10: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6" name="Shape 196"/>
        <p:cNvGrpSpPr/>
        <p:nvPr/>
      </p:nvGrpSpPr>
      <p:grpSpPr>
        <a:xfrm>
          <a:off x="0" y="0"/>
          <a:ext cx="0" cy="0"/>
          <a:chOff x="0" y="0"/>
          <a:chExt cx="0" cy="0"/>
        </a:xfrm>
      </p:grpSpPr>
      <p:sp>
        <p:nvSpPr>
          <p:cNvPr id="197" name="Google Shape;197;g3bd14be0e67_0_3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3bd14be0e67_0_3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2" name="Shape 202"/>
        <p:cNvGrpSpPr/>
        <p:nvPr/>
      </p:nvGrpSpPr>
      <p:grpSpPr>
        <a:xfrm>
          <a:off x="0" y="0"/>
          <a:ext cx="0" cy="0"/>
          <a:chOff x="0" y="0"/>
          <a:chExt cx="0" cy="0"/>
        </a:xfrm>
      </p:grpSpPr>
      <p:sp>
        <p:nvSpPr>
          <p:cNvPr id="203" name="Google Shape;203;g3bd14be0e67_0_43: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3bd14be0e67_0_4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08" name="Shape 208"/>
        <p:cNvGrpSpPr/>
        <p:nvPr/>
      </p:nvGrpSpPr>
      <p:grpSpPr>
        <a:xfrm>
          <a:off x="0" y="0"/>
          <a:ext cx="0" cy="0"/>
          <a:chOff x="0" y="0"/>
          <a:chExt cx="0" cy="0"/>
        </a:xfrm>
      </p:grpSpPr>
      <p:sp>
        <p:nvSpPr>
          <p:cNvPr id="209" name="Google Shape;209;p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10" name="Google Shape;210;p11: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15" name="Shape 215"/>
        <p:cNvGrpSpPr/>
        <p:nvPr/>
      </p:nvGrpSpPr>
      <p:grpSpPr>
        <a:xfrm>
          <a:off x="0" y="0"/>
          <a:ext cx="0" cy="0"/>
          <a:chOff x="0" y="0"/>
          <a:chExt cx="0" cy="0"/>
        </a:xfrm>
      </p:grpSpPr>
      <p:sp>
        <p:nvSpPr>
          <p:cNvPr id="216" name="Google Shape;216;g3bd14be0e67_0_4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7" name="Google Shape;217;g3bd14be0e67_0_4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1" name="Shape 221"/>
        <p:cNvGrpSpPr/>
        <p:nvPr/>
      </p:nvGrpSpPr>
      <p:grpSpPr>
        <a:xfrm>
          <a:off x="0" y="0"/>
          <a:ext cx="0" cy="0"/>
          <a:chOff x="0" y="0"/>
          <a:chExt cx="0" cy="0"/>
        </a:xfrm>
      </p:grpSpPr>
      <p:sp>
        <p:nvSpPr>
          <p:cNvPr id="222" name="Google Shape;222;g3bd14be0e67_0_5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3bd14be0e67_0_59: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27" name="Shape 227"/>
        <p:cNvGrpSpPr/>
        <p:nvPr/>
      </p:nvGrpSpPr>
      <p:grpSpPr>
        <a:xfrm>
          <a:off x="0" y="0"/>
          <a:ext cx="0" cy="0"/>
          <a:chOff x="0" y="0"/>
          <a:chExt cx="0" cy="0"/>
        </a:xfrm>
      </p:grpSpPr>
      <p:sp>
        <p:nvSpPr>
          <p:cNvPr id="228" name="Google Shape;228;g3b8cfececed_0_49: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g3b8cfececed_0_4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33" name="Shape 233"/>
        <p:cNvGrpSpPr/>
        <p:nvPr/>
      </p:nvGrpSpPr>
      <p:grpSpPr>
        <a:xfrm>
          <a:off x="0" y="0"/>
          <a:ext cx="0" cy="0"/>
          <a:chOff x="0" y="0"/>
          <a:chExt cx="0" cy="0"/>
        </a:xfrm>
      </p:grpSpPr>
      <p:sp>
        <p:nvSpPr>
          <p:cNvPr id="234" name="Google Shape;234;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35" name="Google Shape;235;p1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0" name="Shape 240"/>
        <p:cNvGrpSpPr/>
        <p:nvPr/>
      </p:nvGrpSpPr>
      <p:grpSpPr>
        <a:xfrm>
          <a:off x="0" y="0"/>
          <a:ext cx="0" cy="0"/>
          <a:chOff x="0" y="0"/>
          <a:chExt cx="0" cy="0"/>
        </a:xfrm>
      </p:grpSpPr>
      <p:sp>
        <p:nvSpPr>
          <p:cNvPr id="241" name="Google Shape;241;p1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42" name="Google Shape;242;p13: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246" name="Shape 246"/>
        <p:cNvGrpSpPr/>
        <p:nvPr/>
      </p:nvGrpSpPr>
      <p:grpSpPr>
        <a:xfrm>
          <a:off x="0" y="0"/>
          <a:ext cx="0" cy="0"/>
          <a:chOff x="0" y="0"/>
          <a:chExt cx="0" cy="0"/>
        </a:xfrm>
      </p:grpSpPr>
      <p:sp>
        <p:nvSpPr>
          <p:cNvPr id="247" name="Google Shape;247;p1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48" name="Google Shape;248;p14: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3" name="Shape 253"/>
        <p:cNvGrpSpPr/>
        <p:nvPr/>
      </p:nvGrpSpPr>
      <p:grpSpPr>
        <a:xfrm>
          <a:off x="0" y="0"/>
          <a:ext cx="0" cy="0"/>
          <a:chOff x="0" y="0"/>
          <a:chExt cx="0" cy="0"/>
        </a:xfrm>
      </p:grpSpPr>
      <p:sp>
        <p:nvSpPr>
          <p:cNvPr id="254" name="Google Shape;254;p1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55" name="Google Shape;255;p15: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259" name="Shape 259"/>
        <p:cNvGrpSpPr/>
        <p:nvPr/>
      </p:nvGrpSpPr>
      <p:grpSpPr>
        <a:xfrm>
          <a:off x="0" y="0"/>
          <a:ext cx="0" cy="0"/>
          <a:chOff x="0" y="0"/>
          <a:chExt cx="0" cy="0"/>
        </a:xfrm>
      </p:grpSpPr>
      <p:sp>
        <p:nvSpPr>
          <p:cNvPr id="260" name="Google Shape;260;p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61" name="Google Shape;261;p16: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268" name="Shape 268"/>
        <p:cNvGrpSpPr/>
        <p:nvPr/>
      </p:nvGrpSpPr>
      <p:grpSpPr>
        <a:xfrm>
          <a:off x="0" y="0"/>
          <a:ext cx="0" cy="0"/>
          <a:chOff x="0" y="0"/>
          <a:chExt cx="0" cy="0"/>
        </a:xfrm>
      </p:grpSpPr>
      <p:sp>
        <p:nvSpPr>
          <p:cNvPr id="269" name="Google Shape;269;p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70" name="Google Shape;270;p18: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274" name="Shape 274"/>
        <p:cNvGrpSpPr/>
        <p:nvPr/>
      </p:nvGrpSpPr>
      <p:grpSpPr>
        <a:xfrm>
          <a:off x="0" y="0"/>
          <a:ext cx="0" cy="0"/>
          <a:chOff x="0" y="0"/>
          <a:chExt cx="0" cy="0"/>
        </a:xfrm>
      </p:grpSpPr>
      <p:sp>
        <p:nvSpPr>
          <p:cNvPr id="275" name="Google Shape;275;p2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276" name="Google Shape;276;p22: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0" name="Shape 280"/>
        <p:cNvGrpSpPr/>
        <p:nvPr/>
      </p:nvGrpSpPr>
      <p:grpSpPr>
        <a:xfrm>
          <a:off x="0" y="0"/>
          <a:ext cx="0" cy="0"/>
          <a:chOff x="0" y="0"/>
          <a:chExt cx="0" cy="0"/>
        </a:xfrm>
      </p:grpSpPr>
      <p:sp>
        <p:nvSpPr>
          <p:cNvPr id="281" name="Google Shape;281;g3bd14be0e67_0_1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3bd14be0e67_0_1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PhAnim="0" showMasterSp="0">
  <p:cSld>
    <p:spTree>
      <p:nvGrpSpPr>
        <p:cNvPr id="286" name="Shape 286"/>
        <p:cNvGrpSpPr/>
        <p:nvPr/>
      </p:nvGrpSpPr>
      <p:grpSpPr>
        <a:xfrm>
          <a:off x="0" y="0"/>
          <a:ext cx="0" cy="0"/>
          <a:chOff x="0" y="0"/>
          <a:chExt cx="0" cy="0"/>
        </a:xfrm>
      </p:grpSpPr>
      <p:sp>
        <p:nvSpPr>
          <p:cNvPr id="287" name="Google Shape;287;g3bd14be0e67_0_2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8" name="Google Shape;288;g3bd14be0e67_0_2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2" name="Shape 292"/>
        <p:cNvGrpSpPr/>
        <p:nvPr/>
      </p:nvGrpSpPr>
      <p:grpSpPr>
        <a:xfrm>
          <a:off x="0" y="0"/>
          <a:ext cx="0" cy="0"/>
          <a:chOff x="0" y="0"/>
          <a:chExt cx="0" cy="0"/>
        </a:xfrm>
      </p:grpSpPr>
      <p:sp>
        <p:nvSpPr>
          <p:cNvPr id="293" name="Google Shape;293;g3bd14be0e67_0_27: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3bd14be0e67_0_27: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PhAnim="0" showMasterSp="0">
  <p:cSld>
    <p:spTree>
      <p:nvGrpSpPr>
        <p:cNvPr id="298" name="Shape 298"/>
        <p:cNvGrpSpPr/>
        <p:nvPr/>
      </p:nvGrpSpPr>
      <p:grpSpPr>
        <a:xfrm>
          <a:off x="0" y="0"/>
          <a:ext cx="0" cy="0"/>
          <a:chOff x="0" y="0"/>
          <a:chExt cx="0" cy="0"/>
        </a:xfrm>
      </p:grpSpPr>
      <p:sp>
        <p:nvSpPr>
          <p:cNvPr id="299" name="Google Shape;299;p1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
        <p:nvSpPr>
          <p:cNvPr id="300" name="Google Shape;300;p19:notes"/>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PhAnim="0" showMasterSp="0">
  <p:cSld>
    <p:spTree>
      <p:nvGrpSpPr>
        <p:cNvPr id="304" name="Shape 304"/>
        <p:cNvGrpSpPr/>
        <p:nvPr/>
      </p:nvGrpSpPr>
      <p:grpSpPr>
        <a:xfrm>
          <a:off x="0" y="0"/>
          <a:ext cx="0" cy="0"/>
          <a:chOff x="0" y="0"/>
          <a:chExt cx="0" cy="0"/>
        </a:xfrm>
      </p:grpSpPr>
      <p:sp>
        <p:nvSpPr>
          <p:cNvPr id="305" name="Google Shape;305;g3bd14be0e67_0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3bd14be0e67_0_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0" name="Shape 310"/>
        <p:cNvGrpSpPr/>
        <p:nvPr/>
      </p:nvGrpSpPr>
      <p:grpSpPr>
        <a:xfrm>
          <a:off x="0" y="0"/>
          <a:ext cx="0" cy="0"/>
          <a:chOff x="0" y="0"/>
          <a:chExt cx="0" cy="0"/>
        </a:xfrm>
      </p:grpSpPr>
      <p:sp>
        <p:nvSpPr>
          <p:cNvPr id="311" name="Google Shape;311;g3bd14be0e67_0_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3bd14be0e67_0_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PhAnim="0" showMasterSp="0">
  <p:cSld>
    <p:spTree>
      <p:nvGrpSpPr>
        <p:cNvPr id="316" name="Shape 316"/>
        <p:cNvGrpSpPr/>
        <p:nvPr/>
      </p:nvGrpSpPr>
      <p:grpSpPr>
        <a:xfrm>
          <a:off x="0" y="0"/>
          <a:ext cx="0" cy="0"/>
          <a:chOff x="0" y="0"/>
          <a:chExt cx="0" cy="0"/>
        </a:xfrm>
      </p:grpSpPr>
      <p:sp>
        <p:nvSpPr>
          <p:cNvPr id="317" name="Google Shape;317;g3bd14be0e67_0_12: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 name="Google Shape;318;g3bd14be0e67_0_12: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2" name="Shape 322"/>
        <p:cNvGrpSpPr/>
        <p:nvPr/>
      </p:nvGrpSpPr>
      <p:grpSpPr>
        <a:xfrm>
          <a:off x="0" y="0"/>
          <a:ext cx="0" cy="0"/>
          <a:chOff x="0" y="0"/>
          <a:chExt cx="0" cy="0"/>
        </a:xfrm>
      </p:grpSpPr>
      <p:sp>
        <p:nvSpPr>
          <p:cNvPr id="323" name="Google Shape;323;g3bac863cb99_0_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4" name="Google Shape;324;g3bac863cb99_0_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PhAnim="0" showMasterSp="0">
  <p:cSld>
    <p:spTree>
      <p:nvGrpSpPr>
        <p:cNvPr id="328" name="Shape 328"/>
        <p:cNvGrpSpPr/>
        <p:nvPr/>
      </p:nvGrpSpPr>
      <p:grpSpPr>
        <a:xfrm>
          <a:off x="0" y="0"/>
          <a:ext cx="0" cy="0"/>
          <a:chOff x="0" y="0"/>
          <a:chExt cx="0" cy="0"/>
        </a:xfrm>
      </p:grpSpPr>
      <p:sp>
        <p:nvSpPr>
          <p:cNvPr id="329" name="Google Shape;329;g3bac863cb99_0_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0" name="Google Shape;330;g3bac863cb99_0_5: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PhAnim="0" showMasterSp="0">
  <p:cSld>
    <p:spTree>
      <p:nvGrpSpPr>
        <p:cNvPr id="334" name="Shape 334"/>
        <p:cNvGrpSpPr/>
        <p:nvPr/>
      </p:nvGrpSpPr>
      <p:grpSpPr>
        <a:xfrm>
          <a:off x="0" y="0"/>
          <a:ext cx="0" cy="0"/>
          <a:chOff x="0" y="0"/>
          <a:chExt cx="0" cy="0"/>
        </a:xfrm>
      </p:grpSpPr>
      <p:sp>
        <p:nvSpPr>
          <p:cNvPr id="335" name="Google Shape;335;g3bac863cb99_0_11: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6" name="Google Shape;336;g3bac863cb99_0_1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22" name="Shape 22"/>
        <p:cNvGrpSpPr/>
        <p:nvPr/>
      </p:nvGrpSpPr>
      <p:grpSpPr>
        <a:xfrm>
          <a:off x="0" y="0"/>
          <a:ext cx="0" cy="0"/>
          <a:chOff x="0" y="0"/>
          <a:chExt cx="0" cy="0"/>
        </a:xfrm>
      </p:grpSpPr>
      <p:sp>
        <p:nvSpPr>
          <p:cNvPr id="23" name="Google Shape;23;p25"/>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5"/>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5"/>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26" name="Shape 26"/>
        <p:cNvGrpSpPr/>
        <p:nvPr/>
      </p:nvGrpSpPr>
      <p:grpSpPr>
        <a:xfrm>
          <a:off x="0" y="0"/>
          <a:ext cx="0" cy="0"/>
          <a:chOff x="0" y="0"/>
          <a:chExt cx="0" cy="0"/>
        </a:xfrm>
      </p:grpSpPr>
      <p:sp>
        <p:nvSpPr>
          <p:cNvPr id="27" name="Google Shape;27;p26"/>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26"/>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6"/>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6"/>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showMasterSp="0" matchingName="Title Slide">
  <p:cSld name="TITLE">
    <p:spTree>
      <p:nvGrpSpPr>
        <p:cNvPr id="31" name="Shape 31"/>
        <p:cNvGrpSpPr/>
        <p:nvPr/>
      </p:nvGrpSpPr>
      <p:grpSpPr>
        <a:xfrm>
          <a:off x="0" y="0"/>
          <a:ext cx="0" cy="0"/>
          <a:chOff x="0" y="0"/>
          <a:chExt cx="0" cy="0"/>
        </a:xfrm>
      </p:grpSpPr>
      <p:grpSp>
        <p:nvGrpSpPr>
          <p:cNvPr id="32" name="Google Shape;32;p27"/>
          <p:cNvGrpSpPr/>
          <p:nvPr/>
        </p:nvGrpSpPr>
        <p:grpSpPr>
          <a:xfrm>
            <a:off x="0" y="-8467"/>
            <a:ext cx="12192000" cy="6866467"/>
            <a:chOff x="0" y="-8467"/>
            <a:chExt cx="12192000" cy="6866467"/>
          </a:xfrm>
        </p:grpSpPr>
        <p:cxnSp>
          <p:nvCxnSpPr>
            <p:cNvPr id="33" name="Google Shape;33;p27"/>
            <p:cNvCxnSpPr/>
            <p:nvPr/>
          </p:nvCxnSpPr>
          <p:spPr>
            <a:xfrm>
              <a:off x="9371012" y="0"/>
              <a:ext cx="1219200" cy="6858000"/>
            </a:xfrm>
            <a:prstGeom prst="straightConnector1">
              <a:avLst/>
            </a:prstGeom>
            <a:noFill/>
            <a:ln w="9525" cap="flat" cmpd="sng">
              <a:solidFill>
                <a:srgbClr val="262626"/>
              </a:solidFill>
              <a:prstDash val="solid"/>
              <a:round/>
              <a:headEnd type="none" w="sm" len="sm"/>
              <a:tailEnd type="none" w="sm" len="sm"/>
            </a:ln>
          </p:spPr>
        </p:cxnSp>
        <p:cxnSp>
          <p:nvCxnSpPr>
            <p:cNvPr id="34" name="Google Shape;34;p27"/>
            <p:cNvCxnSpPr/>
            <p:nvPr/>
          </p:nvCxnSpPr>
          <p:spPr>
            <a:xfrm flipH="1">
              <a:off x="7425267" y="3681413"/>
              <a:ext cx="4763558" cy="3176587"/>
            </a:xfrm>
            <a:prstGeom prst="straightConnector1">
              <a:avLst/>
            </a:prstGeom>
            <a:noFill/>
            <a:ln w="9525" cap="flat" cmpd="sng">
              <a:solidFill>
                <a:srgbClr val="262626"/>
              </a:solidFill>
              <a:prstDash val="solid"/>
              <a:round/>
              <a:headEnd type="none" w="sm" len="sm"/>
              <a:tailEnd type="none" w="sm" len="sm"/>
            </a:ln>
          </p:spPr>
        </p:cxnSp>
        <p:sp>
          <p:nvSpPr>
            <p:cNvPr id="35" name="Google Shape;35;p27"/>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411"/>
              </a:schemeClr>
            </a:solidFill>
            <a:ln>
              <a:noFill/>
            </a:ln>
          </p:spPr>
        </p:sp>
        <p:sp>
          <p:nvSpPr>
            <p:cNvPr id="36" name="Google Shape;36;p27"/>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37" name="Google Shape;37;p27"/>
            <p:cNvSpPr/>
            <p:nvPr/>
          </p:nvSpPr>
          <p:spPr>
            <a:xfrm>
              <a:off x="8932333" y="3048000"/>
              <a:ext cx="3259667" cy="3810000"/>
            </a:xfrm>
            <a:prstGeom prst="triangle">
              <a:avLst>
                <a:gd name="adj" fmla="val 100000"/>
              </a:avLst>
            </a:prstGeom>
            <a:solidFill>
              <a:schemeClr val="accent2">
                <a:alpha val="7137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38" name="Google Shape;38;p27"/>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411"/>
              </a:srgbClr>
            </a:solidFill>
            <a:ln>
              <a:noFill/>
            </a:ln>
          </p:spPr>
        </p:sp>
        <p:sp>
          <p:nvSpPr>
            <p:cNvPr id="39" name="Google Shape;39;p27"/>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411"/>
              </a:srgbClr>
            </a:solidFill>
            <a:ln>
              <a:noFill/>
            </a:ln>
          </p:spPr>
        </p:sp>
        <p:sp>
          <p:nvSpPr>
            <p:cNvPr id="40" name="Google Shape;40;p27"/>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313"/>
              </a:schemeClr>
            </a:solidFill>
            <a:ln>
              <a:noFill/>
            </a:ln>
          </p:spPr>
        </p:sp>
        <p:sp>
          <p:nvSpPr>
            <p:cNvPr id="41" name="Google Shape;41;p27"/>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42" name="Google Shape;42;p27"/>
            <p:cNvSpPr/>
            <p:nvPr/>
          </p:nvSpPr>
          <p:spPr>
            <a:xfrm rot="10800000">
              <a:off x="0" y="0"/>
              <a:ext cx="842596" cy="5666154"/>
            </a:xfrm>
            <a:prstGeom prst="triangle">
              <a:avLst>
                <a:gd name="adj" fmla="val 100000"/>
              </a:avLst>
            </a:prstGeom>
            <a:solidFill>
              <a:schemeClr val="accent1">
                <a:alpha val="84313"/>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43" name="Google Shape;43;p27"/>
          <p:cNvSpPr txBox="1"/>
          <p:nvPr>
            <p:ph type="ctrTitle"/>
          </p:nvPr>
        </p:nvSpPr>
        <p:spPr>
          <a:xfrm>
            <a:off x="1507067" y="2404534"/>
            <a:ext cx="7766936" cy="1646302"/>
          </a:xfrm>
          <a:prstGeom prst="rect">
            <a:avLst/>
          </a:prstGeom>
          <a:noFill/>
          <a:ln>
            <a:noFill/>
          </a:ln>
        </p:spPr>
        <p:txBody>
          <a:bodyPr spcFirstLastPara="1" wrap="square" lIns="91425" tIns="45700" rIns="91425" bIns="45700" anchor="b" anchorCtr="0">
            <a:noAutofit/>
          </a:bodyPr>
          <a:lstStyle>
            <a:lvl1pPr lvl="0" algn="r">
              <a:lnSpc>
                <a:spcPct val="100000"/>
              </a:lnSpc>
              <a:spcBef>
                <a:spcPts val="0"/>
              </a:spcBef>
              <a:spcAft>
                <a:spcPts val="0"/>
              </a:spcAft>
              <a:buClr>
                <a:schemeClr val="accent1"/>
              </a:buClr>
              <a:buSzPts val="5400"/>
              <a:buFont typeface="Trebuchet MS" panose="020B0603020202020204"/>
              <a:buNone/>
              <a:defRPr sz="54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27"/>
          <p:cNvSpPr txBox="1"/>
          <p:nvPr>
            <p:ph type="subTitle" idx="1"/>
          </p:nvPr>
        </p:nvSpPr>
        <p:spPr>
          <a:xfrm>
            <a:off x="1507067" y="4050833"/>
            <a:ext cx="7766936" cy="1096899"/>
          </a:xfrm>
          <a:prstGeom prst="rect">
            <a:avLst/>
          </a:prstGeom>
          <a:noFill/>
          <a:ln>
            <a:noFill/>
          </a:ln>
        </p:spPr>
        <p:txBody>
          <a:bodyPr spcFirstLastPara="1" wrap="square" lIns="91425" tIns="45700" rIns="91425" bIns="45700" anchor="t" anchorCtr="0">
            <a:normAutofit/>
          </a:bodyPr>
          <a:lstStyle>
            <a:lvl1pPr lvl="0" algn="r">
              <a:lnSpc>
                <a:spcPct val="100000"/>
              </a:lnSpc>
              <a:spcBef>
                <a:spcPts val="1000"/>
              </a:spcBef>
              <a:spcAft>
                <a:spcPts val="0"/>
              </a:spcAft>
              <a:buSzPts val="1440"/>
              <a:buNone/>
              <a:defRPr>
                <a:solidFill>
                  <a:srgbClr val="FEFEFE"/>
                </a:solidFill>
              </a:defRPr>
            </a:lvl1pPr>
            <a:lvl2pPr lvl="1" algn="ctr">
              <a:lnSpc>
                <a:spcPct val="100000"/>
              </a:lnSpc>
              <a:spcBef>
                <a:spcPts val="1000"/>
              </a:spcBef>
              <a:spcAft>
                <a:spcPts val="0"/>
              </a:spcAft>
              <a:buSzPts val="1280"/>
              <a:buNone/>
              <a:defRPr>
                <a:solidFill>
                  <a:schemeClr val="lt1"/>
                </a:solidFill>
              </a:defRPr>
            </a:lvl2pPr>
            <a:lvl3pPr lvl="2" algn="ctr">
              <a:lnSpc>
                <a:spcPct val="100000"/>
              </a:lnSpc>
              <a:spcBef>
                <a:spcPts val="1000"/>
              </a:spcBef>
              <a:spcAft>
                <a:spcPts val="0"/>
              </a:spcAft>
              <a:buSzPts val="1120"/>
              <a:buNone/>
              <a:defRPr>
                <a:solidFill>
                  <a:schemeClr val="lt1"/>
                </a:solidFill>
              </a:defRPr>
            </a:lvl3pPr>
            <a:lvl4pPr lvl="3" algn="ctr">
              <a:lnSpc>
                <a:spcPct val="100000"/>
              </a:lnSpc>
              <a:spcBef>
                <a:spcPts val="1000"/>
              </a:spcBef>
              <a:spcAft>
                <a:spcPts val="0"/>
              </a:spcAft>
              <a:buSzPts val="960"/>
              <a:buNone/>
              <a:defRPr>
                <a:solidFill>
                  <a:schemeClr val="lt1"/>
                </a:solidFill>
              </a:defRPr>
            </a:lvl4pPr>
            <a:lvl5pPr lvl="4" algn="ctr">
              <a:lnSpc>
                <a:spcPct val="100000"/>
              </a:lnSpc>
              <a:spcBef>
                <a:spcPts val="1000"/>
              </a:spcBef>
              <a:spcAft>
                <a:spcPts val="0"/>
              </a:spcAft>
              <a:buSzPts val="960"/>
              <a:buNone/>
              <a:defRPr>
                <a:solidFill>
                  <a:schemeClr val="lt1"/>
                </a:solidFill>
              </a:defRPr>
            </a:lvl5pPr>
            <a:lvl6pPr lvl="5" algn="ctr">
              <a:lnSpc>
                <a:spcPct val="100000"/>
              </a:lnSpc>
              <a:spcBef>
                <a:spcPts val="1000"/>
              </a:spcBef>
              <a:spcAft>
                <a:spcPts val="0"/>
              </a:spcAft>
              <a:buSzPts val="960"/>
              <a:buNone/>
              <a:defRPr>
                <a:solidFill>
                  <a:schemeClr val="lt1"/>
                </a:solidFill>
              </a:defRPr>
            </a:lvl6pPr>
            <a:lvl7pPr lvl="6" algn="ctr">
              <a:lnSpc>
                <a:spcPct val="100000"/>
              </a:lnSpc>
              <a:spcBef>
                <a:spcPts val="1000"/>
              </a:spcBef>
              <a:spcAft>
                <a:spcPts val="0"/>
              </a:spcAft>
              <a:buSzPts val="960"/>
              <a:buNone/>
              <a:defRPr>
                <a:solidFill>
                  <a:schemeClr val="lt1"/>
                </a:solidFill>
              </a:defRPr>
            </a:lvl7pPr>
            <a:lvl8pPr lvl="7" algn="ctr">
              <a:lnSpc>
                <a:spcPct val="100000"/>
              </a:lnSpc>
              <a:spcBef>
                <a:spcPts val="1000"/>
              </a:spcBef>
              <a:spcAft>
                <a:spcPts val="0"/>
              </a:spcAft>
              <a:buSzPts val="960"/>
              <a:buNone/>
              <a:defRPr>
                <a:solidFill>
                  <a:schemeClr val="lt1"/>
                </a:solidFill>
              </a:defRPr>
            </a:lvl8pPr>
            <a:lvl9pPr lvl="8" algn="ctr">
              <a:lnSpc>
                <a:spcPct val="100000"/>
              </a:lnSpc>
              <a:spcBef>
                <a:spcPts val="1000"/>
              </a:spcBef>
              <a:spcAft>
                <a:spcPts val="0"/>
              </a:spcAft>
              <a:buSzPts val="960"/>
              <a:buNone/>
              <a:defRPr>
                <a:solidFill>
                  <a:schemeClr val="lt1"/>
                </a:solidFill>
              </a:defRPr>
            </a:lvl9pPr>
          </a:lstStyle>
          <a:p/>
        </p:txBody>
      </p:sp>
      <p:sp>
        <p:nvSpPr>
          <p:cNvPr id="45" name="Google Shape;45;p27"/>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7"/>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27"/>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48" name="Shape 48"/>
        <p:cNvGrpSpPr/>
        <p:nvPr/>
      </p:nvGrpSpPr>
      <p:grpSpPr>
        <a:xfrm>
          <a:off x="0" y="0"/>
          <a:ext cx="0" cy="0"/>
          <a:chOff x="0" y="0"/>
          <a:chExt cx="0" cy="0"/>
        </a:xfrm>
      </p:grpSpPr>
      <p:sp>
        <p:nvSpPr>
          <p:cNvPr id="49" name="Google Shape;49;p28"/>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3600"/>
              <a:buFont typeface="Trebuchet MS" panose="020B0603020202020204"/>
              <a:buNone/>
              <a:defRPr sz="36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28"/>
          <p:cNvSpPr txBox="1"/>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51" name="Google Shape;51;p28"/>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8"/>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28"/>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54" name="Shape 54"/>
        <p:cNvGrpSpPr/>
        <p:nvPr/>
      </p:nvGrpSpPr>
      <p:grpSpPr>
        <a:xfrm>
          <a:off x="0" y="0"/>
          <a:ext cx="0" cy="0"/>
          <a:chOff x="0" y="0"/>
          <a:chExt cx="0" cy="0"/>
        </a:xfrm>
      </p:grpSpPr>
      <p:sp>
        <p:nvSpPr>
          <p:cNvPr id="55" name="Google Shape;55;p29"/>
          <p:cNvSpPr txBox="1"/>
          <p:nvPr>
            <p:ph type="title"/>
          </p:nvPr>
        </p:nvSpPr>
        <p:spPr>
          <a:xfrm>
            <a:off x="677335" y="2700867"/>
            <a:ext cx="8596668" cy="1826581"/>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4000"/>
              <a:buFont typeface="Trebuchet MS" panose="020B0603020202020204"/>
              <a:buNone/>
              <a:defRPr sz="40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9"/>
          <p:cNvSpPr txBox="1"/>
          <p:nvPr>
            <p:ph type="body" idx="1"/>
          </p:nvPr>
        </p:nvSpPr>
        <p:spPr>
          <a:xfrm>
            <a:off x="677335" y="4527448"/>
            <a:ext cx="8596668" cy="8604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600"/>
              <a:buNone/>
              <a:defRPr sz="2000">
                <a:solidFill>
                  <a:srgbClr val="FEFEFE"/>
                </a:solidFill>
              </a:defRPr>
            </a:lvl1pPr>
            <a:lvl2pPr marL="914400" lvl="1" indent="-228600" algn="l">
              <a:lnSpc>
                <a:spcPct val="100000"/>
              </a:lnSpc>
              <a:spcBef>
                <a:spcPts val="1000"/>
              </a:spcBef>
              <a:spcAft>
                <a:spcPts val="0"/>
              </a:spcAft>
              <a:buSzPts val="1440"/>
              <a:buNone/>
              <a:defRPr sz="1800">
                <a:solidFill>
                  <a:schemeClr val="lt1"/>
                </a:solidFill>
              </a:defRPr>
            </a:lvl2pPr>
            <a:lvl3pPr marL="1371600" lvl="2" indent="-228600" algn="l">
              <a:lnSpc>
                <a:spcPct val="100000"/>
              </a:lnSpc>
              <a:spcBef>
                <a:spcPts val="1000"/>
              </a:spcBef>
              <a:spcAft>
                <a:spcPts val="0"/>
              </a:spcAft>
              <a:buSzPts val="1280"/>
              <a:buNone/>
              <a:defRPr sz="1600">
                <a:solidFill>
                  <a:schemeClr val="lt1"/>
                </a:solidFill>
              </a:defRPr>
            </a:lvl3pPr>
            <a:lvl4pPr marL="1828800" lvl="3" indent="-228600" algn="l">
              <a:lnSpc>
                <a:spcPct val="100000"/>
              </a:lnSpc>
              <a:spcBef>
                <a:spcPts val="1000"/>
              </a:spcBef>
              <a:spcAft>
                <a:spcPts val="0"/>
              </a:spcAft>
              <a:buSzPts val="1120"/>
              <a:buNone/>
              <a:defRPr sz="1400">
                <a:solidFill>
                  <a:schemeClr val="lt1"/>
                </a:solidFill>
              </a:defRPr>
            </a:lvl4pPr>
            <a:lvl5pPr marL="2286000" lvl="4" indent="-228600" algn="l">
              <a:lnSpc>
                <a:spcPct val="100000"/>
              </a:lnSpc>
              <a:spcBef>
                <a:spcPts val="1000"/>
              </a:spcBef>
              <a:spcAft>
                <a:spcPts val="0"/>
              </a:spcAft>
              <a:buSzPts val="1120"/>
              <a:buNone/>
              <a:defRPr sz="1400">
                <a:solidFill>
                  <a:schemeClr val="lt1"/>
                </a:solidFill>
              </a:defRPr>
            </a:lvl5pPr>
            <a:lvl6pPr marL="2743200" lvl="5" indent="-228600" algn="l">
              <a:lnSpc>
                <a:spcPct val="100000"/>
              </a:lnSpc>
              <a:spcBef>
                <a:spcPts val="1000"/>
              </a:spcBef>
              <a:spcAft>
                <a:spcPts val="0"/>
              </a:spcAft>
              <a:buSzPts val="1120"/>
              <a:buNone/>
              <a:defRPr sz="1400">
                <a:solidFill>
                  <a:schemeClr val="lt1"/>
                </a:solidFill>
              </a:defRPr>
            </a:lvl6pPr>
            <a:lvl7pPr marL="3200400" lvl="6" indent="-228600" algn="l">
              <a:lnSpc>
                <a:spcPct val="100000"/>
              </a:lnSpc>
              <a:spcBef>
                <a:spcPts val="1000"/>
              </a:spcBef>
              <a:spcAft>
                <a:spcPts val="0"/>
              </a:spcAft>
              <a:buSzPts val="1120"/>
              <a:buNone/>
              <a:defRPr sz="1400">
                <a:solidFill>
                  <a:schemeClr val="lt1"/>
                </a:solidFill>
              </a:defRPr>
            </a:lvl7pPr>
            <a:lvl8pPr marL="3657600" lvl="7" indent="-228600" algn="l">
              <a:lnSpc>
                <a:spcPct val="100000"/>
              </a:lnSpc>
              <a:spcBef>
                <a:spcPts val="1000"/>
              </a:spcBef>
              <a:spcAft>
                <a:spcPts val="0"/>
              </a:spcAft>
              <a:buSzPts val="1120"/>
              <a:buNone/>
              <a:defRPr sz="1400">
                <a:solidFill>
                  <a:schemeClr val="lt1"/>
                </a:solidFill>
              </a:defRPr>
            </a:lvl8pPr>
            <a:lvl9pPr marL="4114800" lvl="8" indent="-228600" algn="l">
              <a:lnSpc>
                <a:spcPct val="100000"/>
              </a:lnSpc>
              <a:spcBef>
                <a:spcPts val="1000"/>
              </a:spcBef>
              <a:spcAft>
                <a:spcPts val="0"/>
              </a:spcAft>
              <a:buSzPts val="1120"/>
              <a:buNone/>
              <a:defRPr sz="1400">
                <a:solidFill>
                  <a:schemeClr val="lt1"/>
                </a:solidFill>
              </a:defRPr>
            </a:lvl9pPr>
          </a:lstStyle>
          <a:p/>
        </p:txBody>
      </p:sp>
      <p:sp>
        <p:nvSpPr>
          <p:cNvPr id="57" name="Google Shape;57;p29"/>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9"/>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9"/>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60" name="Shape 60"/>
        <p:cNvGrpSpPr/>
        <p:nvPr/>
      </p:nvGrpSpPr>
      <p:grpSpPr>
        <a:xfrm>
          <a:off x="0" y="0"/>
          <a:ext cx="0" cy="0"/>
          <a:chOff x="0" y="0"/>
          <a:chExt cx="0" cy="0"/>
        </a:xfrm>
      </p:grpSpPr>
      <p:sp>
        <p:nvSpPr>
          <p:cNvPr id="61" name="Google Shape;61;p30"/>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30"/>
          <p:cNvSpPr txBox="1"/>
          <p:nvPr>
            <p:ph type="body" idx="1"/>
          </p:nvPr>
        </p:nvSpPr>
        <p:spPr>
          <a:xfrm>
            <a:off x="677334" y="2160589"/>
            <a:ext cx="4184035" cy="3880772"/>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63" name="Google Shape;63;p30"/>
          <p:cNvSpPr txBox="1"/>
          <p:nvPr>
            <p:ph type="body" idx="2"/>
          </p:nvPr>
        </p:nvSpPr>
        <p:spPr>
          <a:xfrm>
            <a:off x="5089970" y="2160589"/>
            <a:ext cx="4184034" cy="3880773"/>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64" name="Google Shape;64;p30"/>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30"/>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30"/>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67" name="Shape 67"/>
        <p:cNvGrpSpPr/>
        <p:nvPr/>
      </p:nvGrpSpPr>
      <p:grpSpPr>
        <a:xfrm>
          <a:off x="0" y="0"/>
          <a:ext cx="0" cy="0"/>
          <a:chOff x="0" y="0"/>
          <a:chExt cx="0" cy="0"/>
        </a:xfrm>
      </p:grpSpPr>
      <p:sp>
        <p:nvSpPr>
          <p:cNvPr id="68" name="Google Shape;68;p31"/>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3600"/>
              <a:buFont typeface="Trebuchet MS" panose="020B0603020202020204"/>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31"/>
          <p:cNvSpPr txBox="1"/>
          <p:nvPr>
            <p:ph type="body" idx="1"/>
          </p:nvPr>
        </p:nvSpPr>
        <p:spPr>
          <a:xfrm>
            <a:off x="675745" y="2160983"/>
            <a:ext cx="4185623"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1920"/>
              <a:buNone/>
              <a:defRPr sz="2400" b="0"/>
            </a:lvl1pPr>
            <a:lvl2pPr marL="914400" lvl="1" indent="-228600" algn="l">
              <a:lnSpc>
                <a:spcPct val="100000"/>
              </a:lnSpc>
              <a:spcBef>
                <a:spcPts val="1000"/>
              </a:spcBef>
              <a:spcAft>
                <a:spcPts val="0"/>
              </a:spcAft>
              <a:buSzPts val="1600"/>
              <a:buNone/>
              <a:defRPr sz="2000" b="1"/>
            </a:lvl2pPr>
            <a:lvl3pPr marL="1371600" lvl="2" indent="-228600" algn="l">
              <a:lnSpc>
                <a:spcPct val="100000"/>
              </a:lnSpc>
              <a:spcBef>
                <a:spcPts val="1000"/>
              </a:spcBef>
              <a:spcAft>
                <a:spcPts val="0"/>
              </a:spcAft>
              <a:buSzPts val="1440"/>
              <a:buNone/>
              <a:defRPr sz="1800" b="1"/>
            </a:lvl3pPr>
            <a:lvl4pPr marL="1828800" lvl="3" indent="-228600" algn="l">
              <a:lnSpc>
                <a:spcPct val="100000"/>
              </a:lnSpc>
              <a:spcBef>
                <a:spcPts val="1000"/>
              </a:spcBef>
              <a:spcAft>
                <a:spcPts val="0"/>
              </a:spcAft>
              <a:buSzPts val="1280"/>
              <a:buNone/>
              <a:defRPr sz="1600" b="1"/>
            </a:lvl4pPr>
            <a:lvl5pPr marL="2286000" lvl="4" indent="-228600" algn="l">
              <a:lnSpc>
                <a:spcPct val="100000"/>
              </a:lnSpc>
              <a:spcBef>
                <a:spcPts val="1000"/>
              </a:spcBef>
              <a:spcAft>
                <a:spcPts val="0"/>
              </a:spcAft>
              <a:buSzPts val="1280"/>
              <a:buNone/>
              <a:defRPr sz="1600" b="1"/>
            </a:lvl5pPr>
            <a:lvl6pPr marL="2743200" lvl="5" indent="-228600" algn="l">
              <a:lnSpc>
                <a:spcPct val="100000"/>
              </a:lnSpc>
              <a:spcBef>
                <a:spcPts val="1000"/>
              </a:spcBef>
              <a:spcAft>
                <a:spcPts val="0"/>
              </a:spcAft>
              <a:buSzPts val="1280"/>
              <a:buNone/>
              <a:defRPr sz="1600" b="1"/>
            </a:lvl6pPr>
            <a:lvl7pPr marL="3200400" lvl="6" indent="-228600" algn="l">
              <a:lnSpc>
                <a:spcPct val="100000"/>
              </a:lnSpc>
              <a:spcBef>
                <a:spcPts val="1000"/>
              </a:spcBef>
              <a:spcAft>
                <a:spcPts val="0"/>
              </a:spcAft>
              <a:buSzPts val="1280"/>
              <a:buNone/>
              <a:defRPr sz="1600" b="1"/>
            </a:lvl7pPr>
            <a:lvl8pPr marL="3657600" lvl="7" indent="-228600" algn="l">
              <a:lnSpc>
                <a:spcPct val="100000"/>
              </a:lnSpc>
              <a:spcBef>
                <a:spcPts val="1000"/>
              </a:spcBef>
              <a:spcAft>
                <a:spcPts val="0"/>
              </a:spcAft>
              <a:buSzPts val="1280"/>
              <a:buNone/>
              <a:defRPr sz="1600" b="1"/>
            </a:lvl8pPr>
            <a:lvl9pPr marL="4114800" lvl="8" indent="-228600" algn="l">
              <a:lnSpc>
                <a:spcPct val="100000"/>
              </a:lnSpc>
              <a:spcBef>
                <a:spcPts val="1000"/>
              </a:spcBef>
              <a:spcAft>
                <a:spcPts val="0"/>
              </a:spcAft>
              <a:buSzPts val="1280"/>
              <a:buNone/>
              <a:defRPr sz="1600" b="1"/>
            </a:lvl9pPr>
          </a:lstStyle>
          <a:p/>
        </p:txBody>
      </p:sp>
      <p:sp>
        <p:nvSpPr>
          <p:cNvPr id="70" name="Google Shape;70;p31"/>
          <p:cNvSpPr txBox="1"/>
          <p:nvPr>
            <p:ph type="body" idx="2"/>
          </p:nvPr>
        </p:nvSpPr>
        <p:spPr>
          <a:xfrm>
            <a:off x="675745" y="2737245"/>
            <a:ext cx="4185623" cy="3304117"/>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71" name="Google Shape;71;p31"/>
          <p:cNvSpPr txBox="1"/>
          <p:nvPr>
            <p:ph type="body" idx="3"/>
          </p:nvPr>
        </p:nvSpPr>
        <p:spPr>
          <a:xfrm>
            <a:off x="5088383" y="2160983"/>
            <a:ext cx="4185618" cy="576262"/>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1920"/>
              <a:buNone/>
              <a:defRPr sz="2400" b="0"/>
            </a:lvl1pPr>
            <a:lvl2pPr marL="914400" lvl="1" indent="-228600" algn="l">
              <a:lnSpc>
                <a:spcPct val="100000"/>
              </a:lnSpc>
              <a:spcBef>
                <a:spcPts val="1000"/>
              </a:spcBef>
              <a:spcAft>
                <a:spcPts val="0"/>
              </a:spcAft>
              <a:buSzPts val="1600"/>
              <a:buNone/>
              <a:defRPr sz="2000" b="1"/>
            </a:lvl2pPr>
            <a:lvl3pPr marL="1371600" lvl="2" indent="-228600" algn="l">
              <a:lnSpc>
                <a:spcPct val="100000"/>
              </a:lnSpc>
              <a:spcBef>
                <a:spcPts val="1000"/>
              </a:spcBef>
              <a:spcAft>
                <a:spcPts val="0"/>
              </a:spcAft>
              <a:buSzPts val="1440"/>
              <a:buNone/>
              <a:defRPr sz="1800" b="1"/>
            </a:lvl3pPr>
            <a:lvl4pPr marL="1828800" lvl="3" indent="-228600" algn="l">
              <a:lnSpc>
                <a:spcPct val="100000"/>
              </a:lnSpc>
              <a:spcBef>
                <a:spcPts val="1000"/>
              </a:spcBef>
              <a:spcAft>
                <a:spcPts val="0"/>
              </a:spcAft>
              <a:buSzPts val="1280"/>
              <a:buNone/>
              <a:defRPr sz="1600" b="1"/>
            </a:lvl4pPr>
            <a:lvl5pPr marL="2286000" lvl="4" indent="-228600" algn="l">
              <a:lnSpc>
                <a:spcPct val="100000"/>
              </a:lnSpc>
              <a:spcBef>
                <a:spcPts val="1000"/>
              </a:spcBef>
              <a:spcAft>
                <a:spcPts val="0"/>
              </a:spcAft>
              <a:buSzPts val="1280"/>
              <a:buNone/>
              <a:defRPr sz="1600" b="1"/>
            </a:lvl5pPr>
            <a:lvl6pPr marL="2743200" lvl="5" indent="-228600" algn="l">
              <a:lnSpc>
                <a:spcPct val="100000"/>
              </a:lnSpc>
              <a:spcBef>
                <a:spcPts val="1000"/>
              </a:spcBef>
              <a:spcAft>
                <a:spcPts val="0"/>
              </a:spcAft>
              <a:buSzPts val="1280"/>
              <a:buNone/>
              <a:defRPr sz="1600" b="1"/>
            </a:lvl6pPr>
            <a:lvl7pPr marL="3200400" lvl="6" indent="-228600" algn="l">
              <a:lnSpc>
                <a:spcPct val="100000"/>
              </a:lnSpc>
              <a:spcBef>
                <a:spcPts val="1000"/>
              </a:spcBef>
              <a:spcAft>
                <a:spcPts val="0"/>
              </a:spcAft>
              <a:buSzPts val="1280"/>
              <a:buNone/>
              <a:defRPr sz="1600" b="1"/>
            </a:lvl7pPr>
            <a:lvl8pPr marL="3657600" lvl="7" indent="-228600" algn="l">
              <a:lnSpc>
                <a:spcPct val="100000"/>
              </a:lnSpc>
              <a:spcBef>
                <a:spcPts val="1000"/>
              </a:spcBef>
              <a:spcAft>
                <a:spcPts val="0"/>
              </a:spcAft>
              <a:buSzPts val="1280"/>
              <a:buNone/>
              <a:defRPr sz="1600" b="1"/>
            </a:lvl8pPr>
            <a:lvl9pPr marL="4114800" lvl="8" indent="-228600" algn="l">
              <a:lnSpc>
                <a:spcPct val="100000"/>
              </a:lnSpc>
              <a:spcBef>
                <a:spcPts val="1000"/>
              </a:spcBef>
              <a:spcAft>
                <a:spcPts val="0"/>
              </a:spcAft>
              <a:buSzPts val="1280"/>
              <a:buNone/>
              <a:defRPr sz="1600" b="1"/>
            </a:lvl9pPr>
          </a:lstStyle>
          <a:p/>
        </p:txBody>
      </p:sp>
      <p:sp>
        <p:nvSpPr>
          <p:cNvPr id="72" name="Google Shape;72;p31"/>
          <p:cNvSpPr txBox="1"/>
          <p:nvPr>
            <p:ph type="body" idx="4"/>
          </p:nvPr>
        </p:nvSpPr>
        <p:spPr>
          <a:xfrm>
            <a:off x="5088384" y="2737245"/>
            <a:ext cx="4185617" cy="3304117"/>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73" name="Google Shape;73;p31"/>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31"/>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31"/>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76" name="Shape 76"/>
        <p:cNvGrpSpPr/>
        <p:nvPr/>
      </p:nvGrpSpPr>
      <p:grpSpPr>
        <a:xfrm>
          <a:off x="0" y="0"/>
          <a:ext cx="0" cy="0"/>
          <a:chOff x="0" y="0"/>
          <a:chExt cx="0" cy="0"/>
        </a:xfrm>
      </p:grpSpPr>
      <p:sp>
        <p:nvSpPr>
          <p:cNvPr id="77" name="Google Shape;77;p32"/>
          <p:cNvSpPr txBox="1"/>
          <p:nvPr>
            <p:ph type="title"/>
          </p:nvPr>
        </p:nvSpPr>
        <p:spPr>
          <a:xfrm>
            <a:off x="677334" y="1498604"/>
            <a:ext cx="3854528" cy="1278466"/>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000"/>
              <a:buFont typeface="Trebuchet MS" panose="020B0603020202020204"/>
              <a:buNone/>
              <a:defRPr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32"/>
          <p:cNvSpPr txBox="1"/>
          <p:nvPr>
            <p:ph type="body" idx="1"/>
          </p:nvPr>
        </p:nvSpPr>
        <p:spPr>
          <a:xfrm>
            <a:off x="4760461" y="514924"/>
            <a:ext cx="4513541" cy="5526437"/>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79" name="Google Shape;79;p32"/>
          <p:cNvSpPr txBox="1"/>
          <p:nvPr>
            <p:ph type="body" idx="2"/>
          </p:nvPr>
        </p:nvSpPr>
        <p:spPr>
          <a:xfrm>
            <a:off x="677334" y="2777069"/>
            <a:ext cx="3854528" cy="2584449"/>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120"/>
              <a:buNone/>
              <a:defRPr sz="1400"/>
            </a:lvl1pPr>
            <a:lvl2pPr marL="914400" lvl="1" indent="-228600" algn="l">
              <a:lnSpc>
                <a:spcPct val="100000"/>
              </a:lnSpc>
              <a:spcBef>
                <a:spcPts val="1000"/>
              </a:spcBef>
              <a:spcAft>
                <a:spcPts val="0"/>
              </a:spcAft>
              <a:buSzPts val="1120"/>
              <a:buNone/>
              <a:defRPr sz="1400"/>
            </a:lvl2pPr>
            <a:lvl3pPr marL="1371600" lvl="2" indent="-228600" algn="l">
              <a:lnSpc>
                <a:spcPct val="100000"/>
              </a:lnSpc>
              <a:spcBef>
                <a:spcPts val="1000"/>
              </a:spcBef>
              <a:spcAft>
                <a:spcPts val="0"/>
              </a:spcAft>
              <a:buSzPts val="960"/>
              <a:buNone/>
              <a:defRPr sz="1200"/>
            </a:lvl3pPr>
            <a:lvl4pPr marL="1828800" lvl="3" indent="-228600" algn="l">
              <a:lnSpc>
                <a:spcPct val="100000"/>
              </a:lnSpc>
              <a:spcBef>
                <a:spcPts val="1000"/>
              </a:spcBef>
              <a:spcAft>
                <a:spcPts val="0"/>
              </a:spcAft>
              <a:buSzPts val="800"/>
              <a:buNone/>
              <a:defRPr sz="1000"/>
            </a:lvl4pPr>
            <a:lvl5pPr marL="2286000" lvl="4" indent="-228600" algn="l">
              <a:lnSpc>
                <a:spcPct val="100000"/>
              </a:lnSpc>
              <a:spcBef>
                <a:spcPts val="1000"/>
              </a:spcBef>
              <a:spcAft>
                <a:spcPts val="0"/>
              </a:spcAft>
              <a:buSzPts val="800"/>
              <a:buNone/>
              <a:defRPr sz="1000"/>
            </a:lvl5pPr>
            <a:lvl6pPr marL="2743200" lvl="5" indent="-228600" algn="l">
              <a:lnSpc>
                <a:spcPct val="100000"/>
              </a:lnSpc>
              <a:spcBef>
                <a:spcPts val="1000"/>
              </a:spcBef>
              <a:spcAft>
                <a:spcPts val="0"/>
              </a:spcAft>
              <a:buSzPts val="800"/>
              <a:buNone/>
              <a:defRPr sz="1000"/>
            </a:lvl6pPr>
            <a:lvl7pPr marL="3200400" lvl="6" indent="-228600" algn="l">
              <a:lnSpc>
                <a:spcPct val="100000"/>
              </a:lnSpc>
              <a:spcBef>
                <a:spcPts val="1000"/>
              </a:spcBef>
              <a:spcAft>
                <a:spcPts val="0"/>
              </a:spcAft>
              <a:buSzPts val="800"/>
              <a:buNone/>
              <a:defRPr sz="1000"/>
            </a:lvl7pPr>
            <a:lvl8pPr marL="3657600" lvl="7" indent="-228600" algn="l">
              <a:lnSpc>
                <a:spcPct val="100000"/>
              </a:lnSpc>
              <a:spcBef>
                <a:spcPts val="1000"/>
              </a:spcBef>
              <a:spcAft>
                <a:spcPts val="0"/>
              </a:spcAft>
              <a:buSzPts val="800"/>
              <a:buNone/>
              <a:defRPr sz="1000"/>
            </a:lvl8pPr>
            <a:lvl9pPr marL="4114800" lvl="8" indent="-228600" algn="l">
              <a:lnSpc>
                <a:spcPct val="100000"/>
              </a:lnSpc>
              <a:spcBef>
                <a:spcPts val="1000"/>
              </a:spcBef>
              <a:spcAft>
                <a:spcPts val="0"/>
              </a:spcAft>
              <a:buSzPts val="800"/>
              <a:buNone/>
              <a:defRPr sz="1000"/>
            </a:lvl9pPr>
          </a:lstStyle>
          <a:p/>
        </p:txBody>
      </p:sp>
      <p:sp>
        <p:nvSpPr>
          <p:cNvPr id="80" name="Google Shape;80;p32"/>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32"/>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2"/>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83" name="Shape 83"/>
        <p:cNvGrpSpPr/>
        <p:nvPr/>
      </p:nvGrpSpPr>
      <p:grpSpPr>
        <a:xfrm>
          <a:off x="0" y="0"/>
          <a:ext cx="0" cy="0"/>
          <a:chOff x="0" y="0"/>
          <a:chExt cx="0" cy="0"/>
        </a:xfrm>
      </p:grpSpPr>
      <p:sp>
        <p:nvSpPr>
          <p:cNvPr id="84" name="Google Shape;84;p33"/>
          <p:cNvSpPr txBox="1"/>
          <p:nvPr>
            <p:ph type="title"/>
          </p:nvPr>
        </p:nvSpPr>
        <p:spPr>
          <a:xfrm>
            <a:off x="677334" y="4800600"/>
            <a:ext cx="8596667"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Trebuchet MS" panose="020B0603020202020204"/>
              <a:buNone/>
              <a:defRPr sz="2400" b="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33"/>
          <p:cNvSpPr/>
          <p:nvPr>
            <p:ph type="pic" idx="2"/>
          </p:nvPr>
        </p:nvSpPr>
        <p:spPr>
          <a:xfrm>
            <a:off x="677334" y="609600"/>
            <a:ext cx="8596668" cy="3845718"/>
          </a:xfrm>
          <a:prstGeom prst="rect">
            <a:avLst/>
          </a:prstGeom>
          <a:noFill/>
          <a:ln>
            <a:noFill/>
          </a:ln>
        </p:spPr>
      </p:sp>
      <p:sp>
        <p:nvSpPr>
          <p:cNvPr id="86" name="Google Shape;86;p33"/>
          <p:cNvSpPr txBox="1"/>
          <p:nvPr>
            <p:ph type="body" idx="1"/>
          </p:nvPr>
        </p:nvSpPr>
        <p:spPr>
          <a:xfrm>
            <a:off x="677334" y="5367338"/>
            <a:ext cx="8596667" cy="674024"/>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960"/>
              <a:buNone/>
              <a:defRPr sz="1200"/>
            </a:lvl1pPr>
            <a:lvl2pPr marL="914400" lvl="1" indent="-228600" algn="l">
              <a:lnSpc>
                <a:spcPct val="100000"/>
              </a:lnSpc>
              <a:spcBef>
                <a:spcPts val="1000"/>
              </a:spcBef>
              <a:spcAft>
                <a:spcPts val="0"/>
              </a:spcAft>
              <a:buSzPts val="960"/>
              <a:buNone/>
              <a:defRPr sz="1200"/>
            </a:lvl2pPr>
            <a:lvl3pPr marL="1371600" lvl="2" indent="-228600" algn="l">
              <a:lnSpc>
                <a:spcPct val="100000"/>
              </a:lnSpc>
              <a:spcBef>
                <a:spcPts val="1000"/>
              </a:spcBef>
              <a:spcAft>
                <a:spcPts val="0"/>
              </a:spcAft>
              <a:buSzPts val="800"/>
              <a:buNone/>
              <a:defRPr sz="1000"/>
            </a:lvl3pPr>
            <a:lvl4pPr marL="1828800" lvl="3" indent="-228600" algn="l">
              <a:lnSpc>
                <a:spcPct val="100000"/>
              </a:lnSpc>
              <a:spcBef>
                <a:spcPts val="1000"/>
              </a:spcBef>
              <a:spcAft>
                <a:spcPts val="0"/>
              </a:spcAft>
              <a:buSzPts val="720"/>
              <a:buNone/>
              <a:defRPr sz="900"/>
            </a:lvl4pPr>
            <a:lvl5pPr marL="2286000" lvl="4" indent="-228600" algn="l">
              <a:lnSpc>
                <a:spcPct val="100000"/>
              </a:lnSpc>
              <a:spcBef>
                <a:spcPts val="1000"/>
              </a:spcBef>
              <a:spcAft>
                <a:spcPts val="0"/>
              </a:spcAft>
              <a:buSzPts val="720"/>
              <a:buNone/>
              <a:defRPr sz="900"/>
            </a:lvl5pPr>
            <a:lvl6pPr marL="2743200" lvl="5" indent="-228600" algn="l">
              <a:lnSpc>
                <a:spcPct val="100000"/>
              </a:lnSpc>
              <a:spcBef>
                <a:spcPts val="1000"/>
              </a:spcBef>
              <a:spcAft>
                <a:spcPts val="0"/>
              </a:spcAft>
              <a:buSzPts val="720"/>
              <a:buNone/>
              <a:defRPr sz="900"/>
            </a:lvl6pPr>
            <a:lvl7pPr marL="3200400" lvl="6" indent="-228600" algn="l">
              <a:lnSpc>
                <a:spcPct val="100000"/>
              </a:lnSpc>
              <a:spcBef>
                <a:spcPts val="1000"/>
              </a:spcBef>
              <a:spcAft>
                <a:spcPts val="0"/>
              </a:spcAft>
              <a:buSzPts val="720"/>
              <a:buNone/>
              <a:defRPr sz="900"/>
            </a:lvl7pPr>
            <a:lvl8pPr marL="3657600" lvl="7" indent="-228600" algn="l">
              <a:lnSpc>
                <a:spcPct val="100000"/>
              </a:lnSpc>
              <a:spcBef>
                <a:spcPts val="1000"/>
              </a:spcBef>
              <a:spcAft>
                <a:spcPts val="0"/>
              </a:spcAft>
              <a:buSzPts val="720"/>
              <a:buNone/>
              <a:defRPr sz="900"/>
            </a:lvl8pPr>
            <a:lvl9pPr marL="4114800" lvl="8" indent="-228600" algn="l">
              <a:lnSpc>
                <a:spcPct val="100000"/>
              </a:lnSpc>
              <a:spcBef>
                <a:spcPts val="1000"/>
              </a:spcBef>
              <a:spcAft>
                <a:spcPts val="0"/>
              </a:spcAft>
              <a:buSzPts val="720"/>
              <a:buNone/>
              <a:defRPr sz="900"/>
            </a:lvl9pPr>
          </a:lstStyle>
          <a:p/>
        </p:txBody>
      </p:sp>
      <p:sp>
        <p:nvSpPr>
          <p:cNvPr id="87" name="Google Shape;87;p33"/>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33"/>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33"/>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Caption">
  <p:cSld name="Title and Caption">
    <p:spTree>
      <p:nvGrpSpPr>
        <p:cNvPr id="90" name="Shape 90"/>
        <p:cNvGrpSpPr/>
        <p:nvPr/>
      </p:nvGrpSpPr>
      <p:grpSpPr>
        <a:xfrm>
          <a:off x="0" y="0"/>
          <a:ext cx="0" cy="0"/>
          <a:chOff x="0" y="0"/>
          <a:chExt cx="0" cy="0"/>
        </a:xfrm>
      </p:grpSpPr>
      <p:sp>
        <p:nvSpPr>
          <p:cNvPr id="91" name="Google Shape;91;p34"/>
          <p:cNvSpPr txBox="1"/>
          <p:nvPr>
            <p:ph type="title"/>
          </p:nvPr>
        </p:nvSpPr>
        <p:spPr>
          <a:xfrm>
            <a:off x="677335" y="609600"/>
            <a:ext cx="8596668" cy="3403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accent1"/>
              </a:buClr>
              <a:buSzPts val="4400"/>
              <a:buFont typeface="Trebuchet MS" panose="020B0603020202020204"/>
              <a:buNone/>
              <a:defRPr sz="44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34"/>
          <p:cNvSpPr txBox="1"/>
          <p:nvPr>
            <p:ph type="body" idx="1"/>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1000"/>
              </a:spcBef>
              <a:spcAft>
                <a:spcPts val="0"/>
              </a:spcAft>
              <a:buSzPts val="1440"/>
              <a:buNone/>
              <a:defRPr sz="1800">
                <a:solidFill>
                  <a:srgbClr val="FEFEFE"/>
                </a:solidFill>
              </a:defRPr>
            </a:lvl1pPr>
            <a:lvl2pPr marL="914400" lvl="1" indent="-228600" algn="l">
              <a:lnSpc>
                <a:spcPct val="100000"/>
              </a:lnSpc>
              <a:spcBef>
                <a:spcPts val="1000"/>
              </a:spcBef>
              <a:spcAft>
                <a:spcPts val="0"/>
              </a:spcAft>
              <a:buSzPts val="1440"/>
              <a:buNone/>
              <a:defRPr sz="1800">
                <a:solidFill>
                  <a:schemeClr val="lt1"/>
                </a:solidFill>
              </a:defRPr>
            </a:lvl2pPr>
            <a:lvl3pPr marL="1371600" lvl="2" indent="-228600" algn="l">
              <a:lnSpc>
                <a:spcPct val="100000"/>
              </a:lnSpc>
              <a:spcBef>
                <a:spcPts val="1000"/>
              </a:spcBef>
              <a:spcAft>
                <a:spcPts val="0"/>
              </a:spcAft>
              <a:buSzPts val="1280"/>
              <a:buNone/>
              <a:defRPr sz="1600">
                <a:solidFill>
                  <a:schemeClr val="lt1"/>
                </a:solidFill>
              </a:defRPr>
            </a:lvl3pPr>
            <a:lvl4pPr marL="1828800" lvl="3" indent="-228600" algn="l">
              <a:lnSpc>
                <a:spcPct val="100000"/>
              </a:lnSpc>
              <a:spcBef>
                <a:spcPts val="1000"/>
              </a:spcBef>
              <a:spcAft>
                <a:spcPts val="0"/>
              </a:spcAft>
              <a:buSzPts val="1120"/>
              <a:buNone/>
              <a:defRPr sz="1400">
                <a:solidFill>
                  <a:schemeClr val="lt1"/>
                </a:solidFill>
              </a:defRPr>
            </a:lvl4pPr>
            <a:lvl5pPr marL="2286000" lvl="4" indent="-228600" algn="l">
              <a:lnSpc>
                <a:spcPct val="100000"/>
              </a:lnSpc>
              <a:spcBef>
                <a:spcPts val="1000"/>
              </a:spcBef>
              <a:spcAft>
                <a:spcPts val="0"/>
              </a:spcAft>
              <a:buSzPts val="1120"/>
              <a:buNone/>
              <a:defRPr sz="1400">
                <a:solidFill>
                  <a:schemeClr val="lt1"/>
                </a:solidFill>
              </a:defRPr>
            </a:lvl5pPr>
            <a:lvl6pPr marL="2743200" lvl="5" indent="-228600" algn="l">
              <a:lnSpc>
                <a:spcPct val="100000"/>
              </a:lnSpc>
              <a:spcBef>
                <a:spcPts val="1000"/>
              </a:spcBef>
              <a:spcAft>
                <a:spcPts val="0"/>
              </a:spcAft>
              <a:buSzPts val="1120"/>
              <a:buNone/>
              <a:defRPr sz="1400">
                <a:solidFill>
                  <a:schemeClr val="lt1"/>
                </a:solidFill>
              </a:defRPr>
            </a:lvl6pPr>
            <a:lvl7pPr marL="3200400" lvl="6" indent="-228600" algn="l">
              <a:lnSpc>
                <a:spcPct val="100000"/>
              </a:lnSpc>
              <a:spcBef>
                <a:spcPts val="1000"/>
              </a:spcBef>
              <a:spcAft>
                <a:spcPts val="0"/>
              </a:spcAft>
              <a:buSzPts val="1120"/>
              <a:buNone/>
              <a:defRPr sz="1400">
                <a:solidFill>
                  <a:schemeClr val="lt1"/>
                </a:solidFill>
              </a:defRPr>
            </a:lvl7pPr>
            <a:lvl8pPr marL="3657600" lvl="7" indent="-228600" algn="l">
              <a:lnSpc>
                <a:spcPct val="100000"/>
              </a:lnSpc>
              <a:spcBef>
                <a:spcPts val="1000"/>
              </a:spcBef>
              <a:spcAft>
                <a:spcPts val="0"/>
              </a:spcAft>
              <a:buSzPts val="1120"/>
              <a:buNone/>
              <a:defRPr sz="1400">
                <a:solidFill>
                  <a:schemeClr val="lt1"/>
                </a:solidFill>
              </a:defRPr>
            </a:lvl8pPr>
            <a:lvl9pPr marL="4114800" lvl="8" indent="-228600" algn="l">
              <a:lnSpc>
                <a:spcPct val="100000"/>
              </a:lnSpc>
              <a:spcBef>
                <a:spcPts val="1000"/>
              </a:spcBef>
              <a:spcAft>
                <a:spcPts val="0"/>
              </a:spcAft>
              <a:buSzPts val="1120"/>
              <a:buNone/>
              <a:defRPr sz="1400">
                <a:solidFill>
                  <a:schemeClr val="lt1"/>
                </a:solidFill>
              </a:defRPr>
            </a:lvl9pPr>
          </a:lstStyle>
          <a:p/>
        </p:txBody>
      </p:sp>
      <p:sp>
        <p:nvSpPr>
          <p:cNvPr id="93" name="Google Shape;93;p34"/>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34"/>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34"/>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Quote with Caption">
  <p:cSld name="Quote with Caption">
    <p:spTree>
      <p:nvGrpSpPr>
        <p:cNvPr id="96" name="Shape 96"/>
        <p:cNvGrpSpPr/>
        <p:nvPr/>
      </p:nvGrpSpPr>
      <p:grpSpPr>
        <a:xfrm>
          <a:off x="0" y="0"/>
          <a:ext cx="0" cy="0"/>
          <a:chOff x="0" y="0"/>
          <a:chExt cx="0" cy="0"/>
        </a:xfrm>
      </p:grpSpPr>
      <p:sp>
        <p:nvSpPr>
          <p:cNvPr id="97" name="Google Shape;97;p35"/>
          <p:cNvSpPr txBox="1"/>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accent1"/>
              </a:buClr>
              <a:buSzPts val="4400"/>
              <a:buFont typeface="Trebuchet MS" panose="020B0603020202020204"/>
              <a:buNone/>
              <a:defRPr sz="44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35"/>
          <p:cNvSpPr txBox="1"/>
          <p:nvPr>
            <p:ph type="body" idx="1"/>
          </p:nvPr>
        </p:nvSpPr>
        <p:spPr>
          <a:xfrm>
            <a:off x="1366139" y="3632200"/>
            <a:ext cx="7224524" cy="381000"/>
          </a:xfrm>
          <a:prstGeom prst="rect">
            <a:avLst/>
          </a:prstGeom>
          <a:noFill/>
          <a:ln>
            <a:noFill/>
          </a:ln>
        </p:spPr>
        <p:txBody>
          <a:bodyPr spcFirstLastPara="1" wrap="square" lIns="91425" tIns="45700" rIns="91425" bIns="45700" anchor="ctr" anchorCtr="0">
            <a:noAutofit/>
          </a:bodyPr>
          <a:lstStyle>
            <a:lvl1pPr marL="457200" lvl="0" indent="-228600" algn="l">
              <a:lnSpc>
                <a:spcPct val="100000"/>
              </a:lnSpc>
              <a:spcBef>
                <a:spcPts val="1000"/>
              </a:spcBef>
              <a:spcAft>
                <a:spcPts val="0"/>
              </a:spcAft>
              <a:buSzPts val="1280"/>
              <a:buFont typeface="Trebuchet MS" panose="020B0603020202020204"/>
              <a:buNone/>
              <a:defRPr sz="1600">
                <a:solidFill>
                  <a:srgbClr val="FEFEFE"/>
                </a:solidFill>
              </a:defRPr>
            </a:lvl1pPr>
            <a:lvl2pPr marL="914400" lvl="1" indent="-228600" algn="l">
              <a:lnSpc>
                <a:spcPct val="100000"/>
              </a:lnSpc>
              <a:spcBef>
                <a:spcPts val="1000"/>
              </a:spcBef>
              <a:spcAft>
                <a:spcPts val="0"/>
              </a:spcAft>
              <a:buSzPts val="1280"/>
              <a:buFont typeface="Trebuchet MS" panose="020B0603020202020204"/>
              <a:buNone/>
              <a:defRPr/>
            </a:lvl2pPr>
            <a:lvl3pPr marL="1371600" lvl="2" indent="-228600" algn="l">
              <a:lnSpc>
                <a:spcPct val="100000"/>
              </a:lnSpc>
              <a:spcBef>
                <a:spcPts val="1000"/>
              </a:spcBef>
              <a:spcAft>
                <a:spcPts val="0"/>
              </a:spcAft>
              <a:buSzPts val="1120"/>
              <a:buFont typeface="Trebuchet MS" panose="020B0603020202020204"/>
              <a:buNone/>
              <a:defRPr/>
            </a:lvl3pPr>
            <a:lvl4pPr marL="1828800" lvl="3" indent="-228600" algn="l">
              <a:lnSpc>
                <a:spcPct val="100000"/>
              </a:lnSpc>
              <a:spcBef>
                <a:spcPts val="1000"/>
              </a:spcBef>
              <a:spcAft>
                <a:spcPts val="0"/>
              </a:spcAft>
              <a:buSzPts val="960"/>
              <a:buFont typeface="Trebuchet MS" panose="020B0603020202020204"/>
              <a:buNone/>
              <a:defRPr/>
            </a:lvl4pPr>
            <a:lvl5pPr marL="2286000" lvl="4" indent="-228600" algn="l">
              <a:lnSpc>
                <a:spcPct val="100000"/>
              </a:lnSpc>
              <a:spcBef>
                <a:spcPts val="1000"/>
              </a:spcBef>
              <a:spcAft>
                <a:spcPts val="0"/>
              </a:spcAft>
              <a:buSzPts val="960"/>
              <a:buFont typeface="Trebuchet MS" panose="020B0603020202020204"/>
              <a:buNone/>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99" name="Google Shape;99;p35"/>
          <p:cNvSpPr txBox="1"/>
          <p:nvPr>
            <p:ph type="body" idx="2"/>
          </p:nvPr>
        </p:nvSpPr>
        <p:spPr>
          <a:xfrm>
            <a:off x="677335" y="4470400"/>
            <a:ext cx="8596668" cy="1570962"/>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1000"/>
              </a:spcBef>
              <a:spcAft>
                <a:spcPts val="0"/>
              </a:spcAft>
              <a:buSzPts val="1440"/>
              <a:buNone/>
              <a:defRPr sz="1800">
                <a:solidFill>
                  <a:srgbClr val="FEFEFE"/>
                </a:solidFill>
              </a:defRPr>
            </a:lvl1pPr>
            <a:lvl2pPr marL="914400" lvl="1" indent="-228600" algn="l">
              <a:lnSpc>
                <a:spcPct val="100000"/>
              </a:lnSpc>
              <a:spcBef>
                <a:spcPts val="1000"/>
              </a:spcBef>
              <a:spcAft>
                <a:spcPts val="0"/>
              </a:spcAft>
              <a:buSzPts val="1440"/>
              <a:buNone/>
              <a:defRPr sz="1800">
                <a:solidFill>
                  <a:schemeClr val="lt1"/>
                </a:solidFill>
              </a:defRPr>
            </a:lvl2pPr>
            <a:lvl3pPr marL="1371600" lvl="2" indent="-228600" algn="l">
              <a:lnSpc>
                <a:spcPct val="100000"/>
              </a:lnSpc>
              <a:spcBef>
                <a:spcPts val="1000"/>
              </a:spcBef>
              <a:spcAft>
                <a:spcPts val="0"/>
              </a:spcAft>
              <a:buSzPts val="1280"/>
              <a:buNone/>
              <a:defRPr sz="1600">
                <a:solidFill>
                  <a:schemeClr val="lt1"/>
                </a:solidFill>
              </a:defRPr>
            </a:lvl3pPr>
            <a:lvl4pPr marL="1828800" lvl="3" indent="-228600" algn="l">
              <a:lnSpc>
                <a:spcPct val="100000"/>
              </a:lnSpc>
              <a:spcBef>
                <a:spcPts val="1000"/>
              </a:spcBef>
              <a:spcAft>
                <a:spcPts val="0"/>
              </a:spcAft>
              <a:buSzPts val="1120"/>
              <a:buNone/>
              <a:defRPr sz="1400">
                <a:solidFill>
                  <a:schemeClr val="lt1"/>
                </a:solidFill>
              </a:defRPr>
            </a:lvl4pPr>
            <a:lvl5pPr marL="2286000" lvl="4" indent="-228600" algn="l">
              <a:lnSpc>
                <a:spcPct val="100000"/>
              </a:lnSpc>
              <a:spcBef>
                <a:spcPts val="1000"/>
              </a:spcBef>
              <a:spcAft>
                <a:spcPts val="0"/>
              </a:spcAft>
              <a:buSzPts val="1120"/>
              <a:buNone/>
              <a:defRPr sz="1400">
                <a:solidFill>
                  <a:schemeClr val="lt1"/>
                </a:solidFill>
              </a:defRPr>
            </a:lvl5pPr>
            <a:lvl6pPr marL="2743200" lvl="5" indent="-228600" algn="l">
              <a:lnSpc>
                <a:spcPct val="100000"/>
              </a:lnSpc>
              <a:spcBef>
                <a:spcPts val="1000"/>
              </a:spcBef>
              <a:spcAft>
                <a:spcPts val="0"/>
              </a:spcAft>
              <a:buSzPts val="1120"/>
              <a:buNone/>
              <a:defRPr sz="1400">
                <a:solidFill>
                  <a:schemeClr val="lt1"/>
                </a:solidFill>
              </a:defRPr>
            </a:lvl6pPr>
            <a:lvl7pPr marL="3200400" lvl="6" indent="-228600" algn="l">
              <a:lnSpc>
                <a:spcPct val="100000"/>
              </a:lnSpc>
              <a:spcBef>
                <a:spcPts val="1000"/>
              </a:spcBef>
              <a:spcAft>
                <a:spcPts val="0"/>
              </a:spcAft>
              <a:buSzPts val="1120"/>
              <a:buNone/>
              <a:defRPr sz="1400">
                <a:solidFill>
                  <a:schemeClr val="lt1"/>
                </a:solidFill>
              </a:defRPr>
            </a:lvl7pPr>
            <a:lvl8pPr marL="3657600" lvl="7" indent="-228600" algn="l">
              <a:lnSpc>
                <a:spcPct val="100000"/>
              </a:lnSpc>
              <a:spcBef>
                <a:spcPts val="1000"/>
              </a:spcBef>
              <a:spcAft>
                <a:spcPts val="0"/>
              </a:spcAft>
              <a:buSzPts val="1120"/>
              <a:buNone/>
              <a:defRPr sz="1400">
                <a:solidFill>
                  <a:schemeClr val="lt1"/>
                </a:solidFill>
              </a:defRPr>
            </a:lvl8pPr>
            <a:lvl9pPr marL="4114800" lvl="8" indent="-228600" algn="l">
              <a:lnSpc>
                <a:spcPct val="100000"/>
              </a:lnSpc>
              <a:spcBef>
                <a:spcPts val="1000"/>
              </a:spcBef>
              <a:spcAft>
                <a:spcPts val="0"/>
              </a:spcAft>
              <a:buSzPts val="1120"/>
              <a:buNone/>
              <a:defRPr sz="1400">
                <a:solidFill>
                  <a:schemeClr val="lt1"/>
                </a:solidFill>
              </a:defRPr>
            </a:lvl9pPr>
          </a:lstStyle>
          <a:p/>
        </p:txBody>
      </p:sp>
      <p:sp>
        <p:nvSpPr>
          <p:cNvPr id="100" name="Google Shape;100;p35"/>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35"/>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35"/>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
        <p:nvSpPr>
          <p:cNvPr id="103" name="Google Shape;103;p35"/>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04" name="Google Shape;104;p35"/>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Name Card">
  <p:cSld name="Name Card">
    <p:spTree>
      <p:nvGrpSpPr>
        <p:cNvPr id="105" name="Shape 105"/>
        <p:cNvGrpSpPr/>
        <p:nvPr/>
      </p:nvGrpSpPr>
      <p:grpSpPr>
        <a:xfrm>
          <a:off x="0" y="0"/>
          <a:ext cx="0" cy="0"/>
          <a:chOff x="0" y="0"/>
          <a:chExt cx="0" cy="0"/>
        </a:xfrm>
      </p:grpSpPr>
      <p:sp>
        <p:nvSpPr>
          <p:cNvPr id="106" name="Google Shape;106;p36"/>
          <p:cNvSpPr txBox="1"/>
          <p:nvPr>
            <p:ph type="title"/>
          </p:nvPr>
        </p:nvSpPr>
        <p:spPr>
          <a:xfrm>
            <a:off x="677335" y="1931988"/>
            <a:ext cx="8596668" cy="259546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4400"/>
              <a:buFont typeface="Trebuchet MS" panose="020B0603020202020204"/>
              <a:buNone/>
              <a:defRPr sz="44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36"/>
          <p:cNvSpPr txBox="1"/>
          <p:nvPr>
            <p:ph type="body" idx="1"/>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40"/>
              <a:buNone/>
              <a:defRPr sz="1800">
                <a:solidFill>
                  <a:srgbClr val="FEFEFE"/>
                </a:solidFill>
              </a:defRPr>
            </a:lvl1pPr>
            <a:lvl2pPr marL="914400" lvl="1" indent="-228600" algn="l">
              <a:lnSpc>
                <a:spcPct val="100000"/>
              </a:lnSpc>
              <a:spcBef>
                <a:spcPts val="1000"/>
              </a:spcBef>
              <a:spcAft>
                <a:spcPts val="0"/>
              </a:spcAft>
              <a:buSzPts val="1440"/>
              <a:buNone/>
              <a:defRPr sz="1800">
                <a:solidFill>
                  <a:schemeClr val="lt1"/>
                </a:solidFill>
              </a:defRPr>
            </a:lvl2pPr>
            <a:lvl3pPr marL="1371600" lvl="2" indent="-228600" algn="l">
              <a:lnSpc>
                <a:spcPct val="100000"/>
              </a:lnSpc>
              <a:spcBef>
                <a:spcPts val="1000"/>
              </a:spcBef>
              <a:spcAft>
                <a:spcPts val="0"/>
              </a:spcAft>
              <a:buSzPts val="1280"/>
              <a:buNone/>
              <a:defRPr sz="1600">
                <a:solidFill>
                  <a:schemeClr val="lt1"/>
                </a:solidFill>
              </a:defRPr>
            </a:lvl3pPr>
            <a:lvl4pPr marL="1828800" lvl="3" indent="-228600" algn="l">
              <a:lnSpc>
                <a:spcPct val="100000"/>
              </a:lnSpc>
              <a:spcBef>
                <a:spcPts val="1000"/>
              </a:spcBef>
              <a:spcAft>
                <a:spcPts val="0"/>
              </a:spcAft>
              <a:buSzPts val="1120"/>
              <a:buNone/>
              <a:defRPr sz="1400">
                <a:solidFill>
                  <a:schemeClr val="lt1"/>
                </a:solidFill>
              </a:defRPr>
            </a:lvl4pPr>
            <a:lvl5pPr marL="2286000" lvl="4" indent="-228600" algn="l">
              <a:lnSpc>
                <a:spcPct val="100000"/>
              </a:lnSpc>
              <a:spcBef>
                <a:spcPts val="1000"/>
              </a:spcBef>
              <a:spcAft>
                <a:spcPts val="0"/>
              </a:spcAft>
              <a:buSzPts val="1120"/>
              <a:buNone/>
              <a:defRPr sz="1400">
                <a:solidFill>
                  <a:schemeClr val="lt1"/>
                </a:solidFill>
              </a:defRPr>
            </a:lvl5pPr>
            <a:lvl6pPr marL="2743200" lvl="5" indent="-228600" algn="l">
              <a:lnSpc>
                <a:spcPct val="100000"/>
              </a:lnSpc>
              <a:spcBef>
                <a:spcPts val="1000"/>
              </a:spcBef>
              <a:spcAft>
                <a:spcPts val="0"/>
              </a:spcAft>
              <a:buSzPts val="1120"/>
              <a:buNone/>
              <a:defRPr sz="1400">
                <a:solidFill>
                  <a:schemeClr val="lt1"/>
                </a:solidFill>
              </a:defRPr>
            </a:lvl6pPr>
            <a:lvl7pPr marL="3200400" lvl="6" indent="-228600" algn="l">
              <a:lnSpc>
                <a:spcPct val="100000"/>
              </a:lnSpc>
              <a:spcBef>
                <a:spcPts val="1000"/>
              </a:spcBef>
              <a:spcAft>
                <a:spcPts val="0"/>
              </a:spcAft>
              <a:buSzPts val="1120"/>
              <a:buNone/>
              <a:defRPr sz="1400">
                <a:solidFill>
                  <a:schemeClr val="lt1"/>
                </a:solidFill>
              </a:defRPr>
            </a:lvl7pPr>
            <a:lvl8pPr marL="3657600" lvl="7" indent="-228600" algn="l">
              <a:lnSpc>
                <a:spcPct val="100000"/>
              </a:lnSpc>
              <a:spcBef>
                <a:spcPts val="1000"/>
              </a:spcBef>
              <a:spcAft>
                <a:spcPts val="0"/>
              </a:spcAft>
              <a:buSzPts val="1120"/>
              <a:buNone/>
              <a:defRPr sz="1400">
                <a:solidFill>
                  <a:schemeClr val="lt1"/>
                </a:solidFill>
              </a:defRPr>
            </a:lvl8pPr>
            <a:lvl9pPr marL="4114800" lvl="8" indent="-228600" algn="l">
              <a:lnSpc>
                <a:spcPct val="100000"/>
              </a:lnSpc>
              <a:spcBef>
                <a:spcPts val="1000"/>
              </a:spcBef>
              <a:spcAft>
                <a:spcPts val="0"/>
              </a:spcAft>
              <a:buSzPts val="1120"/>
              <a:buNone/>
              <a:defRPr sz="1400">
                <a:solidFill>
                  <a:schemeClr val="lt1"/>
                </a:solidFill>
              </a:defRPr>
            </a:lvl9pPr>
          </a:lstStyle>
          <a:p/>
        </p:txBody>
      </p:sp>
      <p:sp>
        <p:nvSpPr>
          <p:cNvPr id="108" name="Google Shape;108;p36"/>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9" name="Google Shape;109;p36"/>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36"/>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Quote Name Card">
  <p:cSld name="Quote Name Card">
    <p:spTree>
      <p:nvGrpSpPr>
        <p:cNvPr id="111" name="Shape 111"/>
        <p:cNvGrpSpPr/>
        <p:nvPr/>
      </p:nvGrpSpPr>
      <p:grpSpPr>
        <a:xfrm>
          <a:off x="0" y="0"/>
          <a:ext cx="0" cy="0"/>
          <a:chOff x="0" y="0"/>
          <a:chExt cx="0" cy="0"/>
        </a:xfrm>
      </p:grpSpPr>
      <p:sp>
        <p:nvSpPr>
          <p:cNvPr id="112" name="Google Shape;112;p37"/>
          <p:cNvSpPr txBox="1"/>
          <p:nvPr>
            <p:ph type="title"/>
          </p:nvPr>
        </p:nvSpPr>
        <p:spPr>
          <a:xfrm>
            <a:off x="931334" y="609600"/>
            <a:ext cx="8094134" cy="3022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accent1"/>
              </a:buClr>
              <a:buSzPts val="4400"/>
              <a:buFont typeface="Trebuchet MS" panose="020B0603020202020204"/>
              <a:buNone/>
              <a:defRPr sz="44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37"/>
          <p:cNvSpPr txBox="1"/>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1920"/>
              <a:buFont typeface="Trebuchet MS" panose="020B0603020202020204"/>
              <a:buNone/>
              <a:defRPr sz="2400">
                <a:solidFill>
                  <a:srgbClr val="FEFEFE"/>
                </a:solidFill>
              </a:defRPr>
            </a:lvl1pPr>
            <a:lvl2pPr marL="914400" lvl="1" indent="-228600" algn="l">
              <a:lnSpc>
                <a:spcPct val="100000"/>
              </a:lnSpc>
              <a:spcBef>
                <a:spcPts val="1000"/>
              </a:spcBef>
              <a:spcAft>
                <a:spcPts val="0"/>
              </a:spcAft>
              <a:buSzPts val="1280"/>
              <a:buFont typeface="Trebuchet MS" panose="020B0603020202020204"/>
              <a:buNone/>
              <a:defRPr/>
            </a:lvl2pPr>
            <a:lvl3pPr marL="1371600" lvl="2" indent="-228600" algn="l">
              <a:lnSpc>
                <a:spcPct val="100000"/>
              </a:lnSpc>
              <a:spcBef>
                <a:spcPts val="1000"/>
              </a:spcBef>
              <a:spcAft>
                <a:spcPts val="0"/>
              </a:spcAft>
              <a:buSzPts val="1120"/>
              <a:buFont typeface="Trebuchet MS" panose="020B0603020202020204"/>
              <a:buNone/>
              <a:defRPr/>
            </a:lvl3pPr>
            <a:lvl4pPr marL="1828800" lvl="3" indent="-228600" algn="l">
              <a:lnSpc>
                <a:spcPct val="100000"/>
              </a:lnSpc>
              <a:spcBef>
                <a:spcPts val="1000"/>
              </a:spcBef>
              <a:spcAft>
                <a:spcPts val="0"/>
              </a:spcAft>
              <a:buSzPts val="960"/>
              <a:buFont typeface="Trebuchet MS" panose="020B0603020202020204"/>
              <a:buNone/>
              <a:defRPr/>
            </a:lvl4pPr>
            <a:lvl5pPr marL="2286000" lvl="4" indent="-228600" algn="l">
              <a:lnSpc>
                <a:spcPct val="100000"/>
              </a:lnSpc>
              <a:spcBef>
                <a:spcPts val="1000"/>
              </a:spcBef>
              <a:spcAft>
                <a:spcPts val="0"/>
              </a:spcAft>
              <a:buSzPts val="960"/>
              <a:buFont typeface="Trebuchet MS" panose="020B0603020202020204"/>
              <a:buNone/>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114" name="Google Shape;114;p37"/>
          <p:cNvSpPr txBox="1"/>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40"/>
              <a:buNone/>
              <a:defRPr sz="1800">
                <a:solidFill>
                  <a:srgbClr val="FEFEFE"/>
                </a:solidFill>
              </a:defRPr>
            </a:lvl1pPr>
            <a:lvl2pPr marL="914400" lvl="1" indent="-228600" algn="l">
              <a:lnSpc>
                <a:spcPct val="100000"/>
              </a:lnSpc>
              <a:spcBef>
                <a:spcPts val="1000"/>
              </a:spcBef>
              <a:spcAft>
                <a:spcPts val="0"/>
              </a:spcAft>
              <a:buSzPts val="1440"/>
              <a:buNone/>
              <a:defRPr sz="1800">
                <a:solidFill>
                  <a:schemeClr val="lt1"/>
                </a:solidFill>
              </a:defRPr>
            </a:lvl2pPr>
            <a:lvl3pPr marL="1371600" lvl="2" indent="-228600" algn="l">
              <a:lnSpc>
                <a:spcPct val="100000"/>
              </a:lnSpc>
              <a:spcBef>
                <a:spcPts val="1000"/>
              </a:spcBef>
              <a:spcAft>
                <a:spcPts val="0"/>
              </a:spcAft>
              <a:buSzPts val="1280"/>
              <a:buNone/>
              <a:defRPr sz="1600">
                <a:solidFill>
                  <a:schemeClr val="lt1"/>
                </a:solidFill>
              </a:defRPr>
            </a:lvl3pPr>
            <a:lvl4pPr marL="1828800" lvl="3" indent="-228600" algn="l">
              <a:lnSpc>
                <a:spcPct val="100000"/>
              </a:lnSpc>
              <a:spcBef>
                <a:spcPts val="1000"/>
              </a:spcBef>
              <a:spcAft>
                <a:spcPts val="0"/>
              </a:spcAft>
              <a:buSzPts val="1120"/>
              <a:buNone/>
              <a:defRPr sz="1400">
                <a:solidFill>
                  <a:schemeClr val="lt1"/>
                </a:solidFill>
              </a:defRPr>
            </a:lvl4pPr>
            <a:lvl5pPr marL="2286000" lvl="4" indent="-228600" algn="l">
              <a:lnSpc>
                <a:spcPct val="100000"/>
              </a:lnSpc>
              <a:spcBef>
                <a:spcPts val="1000"/>
              </a:spcBef>
              <a:spcAft>
                <a:spcPts val="0"/>
              </a:spcAft>
              <a:buSzPts val="1120"/>
              <a:buNone/>
              <a:defRPr sz="1400">
                <a:solidFill>
                  <a:schemeClr val="lt1"/>
                </a:solidFill>
              </a:defRPr>
            </a:lvl5pPr>
            <a:lvl6pPr marL="2743200" lvl="5" indent="-228600" algn="l">
              <a:lnSpc>
                <a:spcPct val="100000"/>
              </a:lnSpc>
              <a:spcBef>
                <a:spcPts val="1000"/>
              </a:spcBef>
              <a:spcAft>
                <a:spcPts val="0"/>
              </a:spcAft>
              <a:buSzPts val="1120"/>
              <a:buNone/>
              <a:defRPr sz="1400">
                <a:solidFill>
                  <a:schemeClr val="lt1"/>
                </a:solidFill>
              </a:defRPr>
            </a:lvl6pPr>
            <a:lvl7pPr marL="3200400" lvl="6" indent="-228600" algn="l">
              <a:lnSpc>
                <a:spcPct val="100000"/>
              </a:lnSpc>
              <a:spcBef>
                <a:spcPts val="1000"/>
              </a:spcBef>
              <a:spcAft>
                <a:spcPts val="0"/>
              </a:spcAft>
              <a:buSzPts val="1120"/>
              <a:buNone/>
              <a:defRPr sz="1400">
                <a:solidFill>
                  <a:schemeClr val="lt1"/>
                </a:solidFill>
              </a:defRPr>
            </a:lvl7pPr>
            <a:lvl8pPr marL="3657600" lvl="7" indent="-228600" algn="l">
              <a:lnSpc>
                <a:spcPct val="100000"/>
              </a:lnSpc>
              <a:spcBef>
                <a:spcPts val="1000"/>
              </a:spcBef>
              <a:spcAft>
                <a:spcPts val="0"/>
              </a:spcAft>
              <a:buSzPts val="1120"/>
              <a:buNone/>
              <a:defRPr sz="1400">
                <a:solidFill>
                  <a:schemeClr val="lt1"/>
                </a:solidFill>
              </a:defRPr>
            </a:lvl8pPr>
            <a:lvl9pPr marL="4114800" lvl="8" indent="-228600" algn="l">
              <a:lnSpc>
                <a:spcPct val="100000"/>
              </a:lnSpc>
              <a:spcBef>
                <a:spcPts val="1000"/>
              </a:spcBef>
              <a:spcAft>
                <a:spcPts val="0"/>
              </a:spcAft>
              <a:buSzPts val="1120"/>
              <a:buNone/>
              <a:defRPr sz="1400">
                <a:solidFill>
                  <a:schemeClr val="lt1"/>
                </a:solidFill>
              </a:defRPr>
            </a:lvl9pPr>
          </a:lstStyle>
          <a:p/>
        </p:txBody>
      </p:sp>
      <p:sp>
        <p:nvSpPr>
          <p:cNvPr id="115" name="Google Shape;115;p37"/>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6" name="Google Shape;116;p37"/>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37"/>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
        <p:nvSpPr>
          <p:cNvPr id="118" name="Google Shape;118;p37"/>
          <p:cNvSpPr txBox="1"/>
          <p:nvPr/>
        </p:nvSpPr>
        <p:spPr>
          <a:xfrm>
            <a:off x="541870" y="790378"/>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19" name="Google Shape;119;p37"/>
          <p:cNvSpPr txBox="1"/>
          <p:nvPr/>
        </p:nvSpPr>
        <p:spPr>
          <a:xfrm>
            <a:off x="8893011" y="2886556"/>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8000"/>
              <a:buFont typeface="Arial" panose="020B0604020202020204"/>
              <a:buNone/>
            </a:pPr>
            <a:r>
              <a:rPr lang="en-US" sz="8000" b="0" i="0" u="none" strike="noStrike" cap="none">
                <a:solidFill>
                  <a:schemeClr val="accent1"/>
                </a:solidFill>
                <a:latin typeface="Arial" panose="020B0604020202020204"/>
                <a:ea typeface="Arial" panose="020B0604020202020204"/>
                <a:cs typeface="Arial" panose="020B0604020202020204"/>
                <a:sym typeface="Arial" panose="020B0604020202020204"/>
              </a:rPr>
              <a: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rue or False">
  <p:cSld name="True or False">
    <p:spTree>
      <p:nvGrpSpPr>
        <p:cNvPr id="120" name="Shape 120"/>
        <p:cNvGrpSpPr/>
        <p:nvPr/>
      </p:nvGrpSpPr>
      <p:grpSpPr>
        <a:xfrm>
          <a:off x="0" y="0"/>
          <a:ext cx="0" cy="0"/>
          <a:chOff x="0" y="0"/>
          <a:chExt cx="0" cy="0"/>
        </a:xfrm>
      </p:grpSpPr>
      <p:sp>
        <p:nvSpPr>
          <p:cNvPr id="121" name="Google Shape;121;p38"/>
          <p:cNvSpPr txBox="1"/>
          <p:nvPr>
            <p:ph type="title"/>
          </p:nvPr>
        </p:nvSpPr>
        <p:spPr>
          <a:xfrm>
            <a:off x="685799" y="609600"/>
            <a:ext cx="8588203" cy="3022600"/>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accent1"/>
              </a:buClr>
              <a:buSzPts val="4400"/>
              <a:buFont typeface="Trebuchet MS" panose="020B0603020202020204"/>
              <a:buNone/>
              <a:defRPr sz="4400" b="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38"/>
          <p:cNvSpPr txBox="1"/>
          <p:nvPr>
            <p:ph type="body" idx="1"/>
          </p:nvPr>
        </p:nvSpPr>
        <p:spPr>
          <a:xfrm>
            <a:off x="677332" y="4013200"/>
            <a:ext cx="8596669" cy="514248"/>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1000"/>
              </a:spcBef>
              <a:spcAft>
                <a:spcPts val="0"/>
              </a:spcAft>
              <a:buSzPts val="1920"/>
              <a:buFont typeface="Trebuchet MS" panose="020B0603020202020204"/>
              <a:buNone/>
              <a:defRPr sz="2400">
                <a:solidFill>
                  <a:schemeClr val="accent1"/>
                </a:solidFill>
              </a:defRPr>
            </a:lvl1pPr>
            <a:lvl2pPr marL="914400" lvl="1" indent="-228600" algn="l">
              <a:lnSpc>
                <a:spcPct val="100000"/>
              </a:lnSpc>
              <a:spcBef>
                <a:spcPts val="1000"/>
              </a:spcBef>
              <a:spcAft>
                <a:spcPts val="0"/>
              </a:spcAft>
              <a:buSzPts val="1280"/>
              <a:buFont typeface="Trebuchet MS" panose="020B0603020202020204"/>
              <a:buNone/>
              <a:defRPr/>
            </a:lvl2pPr>
            <a:lvl3pPr marL="1371600" lvl="2" indent="-228600" algn="l">
              <a:lnSpc>
                <a:spcPct val="100000"/>
              </a:lnSpc>
              <a:spcBef>
                <a:spcPts val="1000"/>
              </a:spcBef>
              <a:spcAft>
                <a:spcPts val="0"/>
              </a:spcAft>
              <a:buSzPts val="1120"/>
              <a:buFont typeface="Trebuchet MS" panose="020B0603020202020204"/>
              <a:buNone/>
              <a:defRPr/>
            </a:lvl3pPr>
            <a:lvl4pPr marL="1828800" lvl="3" indent="-228600" algn="l">
              <a:lnSpc>
                <a:spcPct val="100000"/>
              </a:lnSpc>
              <a:spcBef>
                <a:spcPts val="1000"/>
              </a:spcBef>
              <a:spcAft>
                <a:spcPts val="0"/>
              </a:spcAft>
              <a:buSzPts val="960"/>
              <a:buFont typeface="Trebuchet MS" panose="020B0603020202020204"/>
              <a:buNone/>
              <a:defRPr/>
            </a:lvl4pPr>
            <a:lvl5pPr marL="2286000" lvl="4" indent="-228600" algn="l">
              <a:lnSpc>
                <a:spcPct val="100000"/>
              </a:lnSpc>
              <a:spcBef>
                <a:spcPts val="1000"/>
              </a:spcBef>
              <a:spcAft>
                <a:spcPts val="0"/>
              </a:spcAft>
              <a:buSzPts val="960"/>
              <a:buFont typeface="Trebuchet MS" panose="020B0603020202020204"/>
              <a:buNone/>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123" name="Google Shape;123;p38"/>
          <p:cNvSpPr txBox="1"/>
          <p:nvPr>
            <p:ph type="body" idx="2"/>
          </p:nvPr>
        </p:nvSpPr>
        <p:spPr>
          <a:xfrm>
            <a:off x="677335" y="4527448"/>
            <a:ext cx="8596668" cy="1513914"/>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1000"/>
              </a:spcBef>
              <a:spcAft>
                <a:spcPts val="0"/>
              </a:spcAft>
              <a:buSzPts val="1440"/>
              <a:buNone/>
              <a:defRPr sz="1800">
                <a:solidFill>
                  <a:srgbClr val="FEFEFE"/>
                </a:solidFill>
              </a:defRPr>
            </a:lvl1pPr>
            <a:lvl2pPr marL="914400" lvl="1" indent="-228600" algn="l">
              <a:lnSpc>
                <a:spcPct val="100000"/>
              </a:lnSpc>
              <a:spcBef>
                <a:spcPts val="1000"/>
              </a:spcBef>
              <a:spcAft>
                <a:spcPts val="0"/>
              </a:spcAft>
              <a:buSzPts val="1440"/>
              <a:buNone/>
              <a:defRPr sz="1800">
                <a:solidFill>
                  <a:schemeClr val="lt1"/>
                </a:solidFill>
              </a:defRPr>
            </a:lvl2pPr>
            <a:lvl3pPr marL="1371600" lvl="2" indent="-228600" algn="l">
              <a:lnSpc>
                <a:spcPct val="100000"/>
              </a:lnSpc>
              <a:spcBef>
                <a:spcPts val="1000"/>
              </a:spcBef>
              <a:spcAft>
                <a:spcPts val="0"/>
              </a:spcAft>
              <a:buSzPts val="1280"/>
              <a:buNone/>
              <a:defRPr sz="1600">
                <a:solidFill>
                  <a:schemeClr val="lt1"/>
                </a:solidFill>
              </a:defRPr>
            </a:lvl3pPr>
            <a:lvl4pPr marL="1828800" lvl="3" indent="-228600" algn="l">
              <a:lnSpc>
                <a:spcPct val="100000"/>
              </a:lnSpc>
              <a:spcBef>
                <a:spcPts val="1000"/>
              </a:spcBef>
              <a:spcAft>
                <a:spcPts val="0"/>
              </a:spcAft>
              <a:buSzPts val="1120"/>
              <a:buNone/>
              <a:defRPr sz="1400">
                <a:solidFill>
                  <a:schemeClr val="lt1"/>
                </a:solidFill>
              </a:defRPr>
            </a:lvl4pPr>
            <a:lvl5pPr marL="2286000" lvl="4" indent="-228600" algn="l">
              <a:lnSpc>
                <a:spcPct val="100000"/>
              </a:lnSpc>
              <a:spcBef>
                <a:spcPts val="1000"/>
              </a:spcBef>
              <a:spcAft>
                <a:spcPts val="0"/>
              </a:spcAft>
              <a:buSzPts val="1120"/>
              <a:buNone/>
              <a:defRPr sz="1400">
                <a:solidFill>
                  <a:schemeClr val="lt1"/>
                </a:solidFill>
              </a:defRPr>
            </a:lvl5pPr>
            <a:lvl6pPr marL="2743200" lvl="5" indent="-228600" algn="l">
              <a:lnSpc>
                <a:spcPct val="100000"/>
              </a:lnSpc>
              <a:spcBef>
                <a:spcPts val="1000"/>
              </a:spcBef>
              <a:spcAft>
                <a:spcPts val="0"/>
              </a:spcAft>
              <a:buSzPts val="1120"/>
              <a:buNone/>
              <a:defRPr sz="1400">
                <a:solidFill>
                  <a:schemeClr val="lt1"/>
                </a:solidFill>
              </a:defRPr>
            </a:lvl6pPr>
            <a:lvl7pPr marL="3200400" lvl="6" indent="-228600" algn="l">
              <a:lnSpc>
                <a:spcPct val="100000"/>
              </a:lnSpc>
              <a:spcBef>
                <a:spcPts val="1000"/>
              </a:spcBef>
              <a:spcAft>
                <a:spcPts val="0"/>
              </a:spcAft>
              <a:buSzPts val="1120"/>
              <a:buNone/>
              <a:defRPr sz="1400">
                <a:solidFill>
                  <a:schemeClr val="lt1"/>
                </a:solidFill>
              </a:defRPr>
            </a:lvl7pPr>
            <a:lvl8pPr marL="3657600" lvl="7" indent="-228600" algn="l">
              <a:lnSpc>
                <a:spcPct val="100000"/>
              </a:lnSpc>
              <a:spcBef>
                <a:spcPts val="1000"/>
              </a:spcBef>
              <a:spcAft>
                <a:spcPts val="0"/>
              </a:spcAft>
              <a:buSzPts val="1120"/>
              <a:buNone/>
              <a:defRPr sz="1400">
                <a:solidFill>
                  <a:schemeClr val="lt1"/>
                </a:solidFill>
              </a:defRPr>
            </a:lvl8pPr>
            <a:lvl9pPr marL="4114800" lvl="8" indent="-228600" algn="l">
              <a:lnSpc>
                <a:spcPct val="100000"/>
              </a:lnSpc>
              <a:spcBef>
                <a:spcPts val="1000"/>
              </a:spcBef>
              <a:spcAft>
                <a:spcPts val="0"/>
              </a:spcAft>
              <a:buSzPts val="1120"/>
              <a:buNone/>
              <a:defRPr sz="1400">
                <a:solidFill>
                  <a:schemeClr val="lt1"/>
                </a:solidFill>
              </a:defRPr>
            </a:lvl9pPr>
          </a:lstStyle>
          <a:p/>
        </p:txBody>
      </p:sp>
      <p:sp>
        <p:nvSpPr>
          <p:cNvPr id="124" name="Google Shape;124;p38"/>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5" name="Google Shape;125;p38"/>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38"/>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27" name="Shape 127"/>
        <p:cNvGrpSpPr/>
        <p:nvPr/>
      </p:nvGrpSpPr>
      <p:grpSpPr>
        <a:xfrm>
          <a:off x="0" y="0"/>
          <a:ext cx="0" cy="0"/>
          <a:chOff x="0" y="0"/>
          <a:chExt cx="0" cy="0"/>
        </a:xfrm>
      </p:grpSpPr>
      <p:sp>
        <p:nvSpPr>
          <p:cNvPr id="128" name="Google Shape;128;p39"/>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p39"/>
          <p:cNvSpPr txBox="1"/>
          <p:nvPr>
            <p:ph type="body" idx="1"/>
          </p:nvPr>
        </p:nvSpPr>
        <p:spPr>
          <a:xfrm rot="5400000">
            <a:off x="3035281" y="-197358"/>
            <a:ext cx="3880773" cy="8596668"/>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130" name="Google Shape;130;p39"/>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39"/>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2" name="Google Shape;132;p39"/>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33" name="Shape 133"/>
        <p:cNvGrpSpPr/>
        <p:nvPr/>
      </p:nvGrpSpPr>
      <p:grpSpPr>
        <a:xfrm>
          <a:off x="0" y="0"/>
          <a:ext cx="0" cy="0"/>
          <a:chOff x="0" y="0"/>
          <a:chExt cx="0" cy="0"/>
        </a:xfrm>
      </p:grpSpPr>
      <p:sp>
        <p:nvSpPr>
          <p:cNvPr id="134" name="Google Shape;134;p40"/>
          <p:cNvSpPr txBox="1"/>
          <p:nvPr>
            <p:ph type="title"/>
          </p:nvPr>
        </p:nvSpPr>
        <p:spPr>
          <a:xfrm rot="5400000">
            <a:off x="5994319" y="2582953"/>
            <a:ext cx="5251451" cy="1304743"/>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chemeClr val="accen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40"/>
          <p:cNvSpPr txBox="1"/>
          <p:nvPr>
            <p:ph type="body" idx="1"/>
          </p:nvPr>
        </p:nvSpPr>
        <p:spPr>
          <a:xfrm rot="5400000">
            <a:off x="1581685" y="-294750"/>
            <a:ext cx="5251450" cy="7060150"/>
          </a:xfrm>
          <a:prstGeom prst="rect">
            <a:avLst/>
          </a:prstGeom>
          <a:noFill/>
          <a:ln>
            <a:noFill/>
          </a:ln>
        </p:spPr>
        <p:txBody>
          <a:bodyPr spcFirstLastPara="1" wrap="square" lIns="91425" tIns="45700" rIns="91425" bIns="45700" anchor="t" anchorCtr="0">
            <a:normAutofit/>
          </a:bodyPr>
          <a:lstStyle>
            <a:lvl1pPr marL="457200" lvl="0" indent="-320040" algn="l">
              <a:lnSpc>
                <a:spcPct val="100000"/>
              </a:lnSpc>
              <a:spcBef>
                <a:spcPts val="1000"/>
              </a:spcBef>
              <a:spcAft>
                <a:spcPts val="0"/>
              </a:spcAft>
              <a:buSzPts val="1440"/>
              <a:buChar char="►"/>
              <a:defRPr/>
            </a:lvl1pPr>
            <a:lvl2pPr marL="914400" lvl="1" indent="-320040" algn="l">
              <a:lnSpc>
                <a:spcPct val="100000"/>
              </a:lnSpc>
              <a:spcBef>
                <a:spcPts val="1000"/>
              </a:spcBef>
              <a:spcAft>
                <a:spcPts val="0"/>
              </a:spcAft>
              <a:buSzPts val="1440"/>
              <a:buChar char="►"/>
              <a:defRPr/>
            </a:lvl2pPr>
            <a:lvl3pPr marL="1371600" lvl="2" indent="-320040" algn="l">
              <a:lnSpc>
                <a:spcPct val="100000"/>
              </a:lnSpc>
              <a:spcBef>
                <a:spcPts val="1000"/>
              </a:spcBef>
              <a:spcAft>
                <a:spcPts val="0"/>
              </a:spcAft>
              <a:buSzPts val="1440"/>
              <a:buChar char="►"/>
              <a:defRPr/>
            </a:lvl3pPr>
            <a:lvl4pPr marL="1828800" lvl="3" indent="-320040" algn="l">
              <a:lnSpc>
                <a:spcPct val="100000"/>
              </a:lnSpc>
              <a:spcBef>
                <a:spcPts val="1000"/>
              </a:spcBef>
              <a:spcAft>
                <a:spcPts val="0"/>
              </a:spcAft>
              <a:buSzPts val="1440"/>
              <a:buChar char="►"/>
              <a:defRPr/>
            </a:lvl4pPr>
            <a:lvl5pPr marL="2286000" lvl="4" indent="-320040" algn="l">
              <a:lnSpc>
                <a:spcPct val="100000"/>
              </a:lnSpc>
              <a:spcBef>
                <a:spcPts val="1000"/>
              </a:spcBef>
              <a:spcAft>
                <a:spcPts val="0"/>
              </a:spcAft>
              <a:buSzPts val="1440"/>
              <a:buChar char="►"/>
              <a:defRPr/>
            </a:lvl5pPr>
            <a:lvl6pPr marL="2743200" lvl="5" indent="-320040" algn="l">
              <a:lnSpc>
                <a:spcPct val="100000"/>
              </a:lnSpc>
              <a:spcBef>
                <a:spcPts val="1000"/>
              </a:spcBef>
              <a:spcAft>
                <a:spcPts val="0"/>
              </a:spcAft>
              <a:buSzPts val="1440"/>
              <a:buChar char="►"/>
              <a:defRPr/>
            </a:lvl6pPr>
            <a:lvl7pPr marL="3200400" lvl="6" indent="-320040" algn="l">
              <a:lnSpc>
                <a:spcPct val="100000"/>
              </a:lnSpc>
              <a:spcBef>
                <a:spcPts val="1000"/>
              </a:spcBef>
              <a:spcAft>
                <a:spcPts val="0"/>
              </a:spcAft>
              <a:buSzPts val="1440"/>
              <a:buChar char="►"/>
              <a:defRPr/>
            </a:lvl7pPr>
            <a:lvl8pPr marL="3657600" lvl="7" indent="-320040" algn="l">
              <a:lnSpc>
                <a:spcPct val="100000"/>
              </a:lnSpc>
              <a:spcBef>
                <a:spcPts val="1000"/>
              </a:spcBef>
              <a:spcAft>
                <a:spcPts val="0"/>
              </a:spcAft>
              <a:buSzPts val="1440"/>
              <a:buChar char="►"/>
              <a:defRPr/>
            </a:lvl8pPr>
            <a:lvl9pPr marL="4114800" lvl="8" indent="-320040" algn="l">
              <a:lnSpc>
                <a:spcPct val="100000"/>
              </a:lnSpc>
              <a:spcBef>
                <a:spcPts val="1000"/>
              </a:spcBef>
              <a:spcAft>
                <a:spcPts val="0"/>
              </a:spcAft>
              <a:buSzPts val="1440"/>
              <a:buChar char="►"/>
              <a:defRPr/>
            </a:lvl9pPr>
          </a:lstStyle>
          <a:p/>
        </p:txBody>
      </p:sp>
      <p:sp>
        <p:nvSpPr>
          <p:cNvPr id="136" name="Google Shape;136;p40"/>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7" name="Google Shape;137;p40"/>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40"/>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7" Type="http://schemas.openxmlformats.org/officeDocument/2006/relationships/theme" Target="../theme/theme1.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5" name="Shape 5"/>
        <p:cNvGrpSpPr/>
        <p:nvPr/>
      </p:nvGrpSpPr>
      <p:grpSpPr>
        <a:xfrm>
          <a:off x="0" y="0"/>
          <a:ext cx="0" cy="0"/>
          <a:chOff x="0" y="0"/>
          <a:chExt cx="0" cy="0"/>
        </a:xfrm>
      </p:grpSpPr>
      <p:grpSp>
        <p:nvGrpSpPr>
          <p:cNvPr id="6" name="Google Shape;6;p24"/>
          <p:cNvGrpSpPr/>
          <p:nvPr/>
        </p:nvGrpSpPr>
        <p:grpSpPr>
          <a:xfrm>
            <a:off x="0" y="-8467"/>
            <a:ext cx="12192000" cy="6866467"/>
            <a:chOff x="0" y="-8467"/>
            <a:chExt cx="12192000" cy="6866467"/>
          </a:xfrm>
        </p:grpSpPr>
        <p:cxnSp>
          <p:nvCxnSpPr>
            <p:cNvPr id="7" name="Google Shape;7;p24"/>
            <p:cNvCxnSpPr/>
            <p:nvPr/>
          </p:nvCxnSpPr>
          <p:spPr>
            <a:xfrm>
              <a:off x="9371012" y="0"/>
              <a:ext cx="1219200" cy="6858000"/>
            </a:xfrm>
            <a:prstGeom prst="straightConnector1">
              <a:avLst/>
            </a:prstGeom>
            <a:noFill/>
            <a:ln w="9525" cap="flat" cmpd="sng">
              <a:solidFill>
                <a:srgbClr val="262626"/>
              </a:solidFill>
              <a:prstDash val="solid"/>
              <a:round/>
              <a:headEnd type="none" w="sm" len="sm"/>
              <a:tailEnd type="none" w="sm" len="sm"/>
            </a:ln>
          </p:spPr>
        </p:cxnSp>
        <p:cxnSp>
          <p:nvCxnSpPr>
            <p:cNvPr id="8" name="Google Shape;8;p24"/>
            <p:cNvCxnSpPr/>
            <p:nvPr/>
          </p:nvCxnSpPr>
          <p:spPr>
            <a:xfrm flipH="1">
              <a:off x="7425267" y="3681413"/>
              <a:ext cx="4763558" cy="3176587"/>
            </a:xfrm>
            <a:prstGeom prst="straightConnector1">
              <a:avLst/>
            </a:prstGeom>
            <a:noFill/>
            <a:ln w="9525" cap="flat" cmpd="sng">
              <a:solidFill>
                <a:srgbClr val="262626"/>
              </a:solidFill>
              <a:prstDash val="solid"/>
              <a:round/>
              <a:headEnd type="none" w="sm" len="sm"/>
              <a:tailEnd type="none" w="sm" len="sm"/>
            </a:ln>
          </p:spPr>
        </p:cxnSp>
        <p:sp>
          <p:nvSpPr>
            <p:cNvPr id="9" name="Google Shape;9;p24"/>
            <p:cNvSpPr/>
            <p:nvPr/>
          </p:nvSpPr>
          <p:spPr>
            <a:xfrm>
              <a:off x="9181476" y="-8467"/>
              <a:ext cx="3007349" cy="6866467"/>
            </a:xfrm>
            <a:custGeom>
              <a:avLst/>
              <a:gdLst/>
              <a:ahLst/>
              <a:cxnLst/>
              <a:rect l="l" t="t" r="r" b="b"/>
              <a:pathLst>
                <a:path w="3007349" h="6866467" extrusionOk="0">
                  <a:moveTo>
                    <a:pt x="2045532" y="0"/>
                  </a:moveTo>
                  <a:lnTo>
                    <a:pt x="3007349" y="0"/>
                  </a:lnTo>
                  <a:lnTo>
                    <a:pt x="3007349" y="6866467"/>
                  </a:lnTo>
                  <a:lnTo>
                    <a:pt x="0" y="6866467"/>
                  </a:lnTo>
                  <a:lnTo>
                    <a:pt x="2045532" y="0"/>
                  </a:lnTo>
                  <a:close/>
                </a:path>
              </a:pathLst>
            </a:custGeom>
            <a:solidFill>
              <a:schemeClr val="accent1">
                <a:alpha val="29411"/>
              </a:schemeClr>
            </a:solidFill>
            <a:ln>
              <a:noFill/>
            </a:ln>
          </p:spPr>
        </p:sp>
        <p:sp>
          <p:nvSpPr>
            <p:cNvPr id="10" name="Google Shape;10;p24"/>
            <p:cNvSpPr/>
            <p:nvPr/>
          </p:nvSpPr>
          <p:spPr>
            <a:xfrm>
              <a:off x="9603442" y="-8467"/>
              <a:ext cx="2588558" cy="6866467"/>
            </a:xfrm>
            <a:custGeom>
              <a:avLst/>
              <a:gdLst/>
              <a:ahLst/>
              <a:cxnLst/>
              <a:rect l="l" t="t" r="r" b="b"/>
              <a:pathLst>
                <a:path w="2573311" h="6866467" extrusionOk="0">
                  <a:moveTo>
                    <a:pt x="0" y="0"/>
                  </a:moveTo>
                  <a:lnTo>
                    <a:pt x="2573311" y="0"/>
                  </a:lnTo>
                  <a:lnTo>
                    <a:pt x="2573311" y="6866467"/>
                  </a:lnTo>
                  <a:lnTo>
                    <a:pt x="1202336" y="6866467"/>
                  </a:lnTo>
                  <a:lnTo>
                    <a:pt x="0" y="0"/>
                  </a:lnTo>
                  <a:close/>
                </a:path>
              </a:pathLst>
            </a:custGeom>
            <a:solidFill>
              <a:schemeClr val="accent1">
                <a:alpha val="20000"/>
              </a:schemeClr>
            </a:solidFill>
            <a:ln>
              <a:noFill/>
            </a:ln>
          </p:spPr>
        </p:sp>
        <p:sp>
          <p:nvSpPr>
            <p:cNvPr id="11" name="Google Shape;11;p24"/>
            <p:cNvSpPr/>
            <p:nvPr/>
          </p:nvSpPr>
          <p:spPr>
            <a:xfrm>
              <a:off x="8932333" y="3048000"/>
              <a:ext cx="3259667" cy="3810000"/>
            </a:xfrm>
            <a:prstGeom prst="triangle">
              <a:avLst>
                <a:gd name="adj" fmla="val 100000"/>
              </a:avLst>
            </a:prstGeom>
            <a:solidFill>
              <a:schemeClr val="accent2">
                <a:alpha val="71372"/>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2" name="Google Shape;12;p24"/>
            <p:cNvSpPr/>
            <p:nvPr/>
          </p:nvSpPr>
          <p:spPr>
            <a:xfrm>
              <a:off x="9334500" y="-8467"/>
              <a:ext cx="2854326" cy="6866467"/>
            </a:xfrm>
            <a:custGeom>
              <a:avLst/>
              <a:gdLst/>
              <a:ahLst/>
              <a:cxnLst/>
              <a:rect l="l" t="t" r="r" b="b"/>
              <a:pathLst>
                <a:path w="2858013" h="6866467" extrusionOk="0">
                  <a:moveTo>
                    <a:pt x="0" y="0"/>
                  </a:moveTo>
                  <a:lnTo>
                    <a:pt x="2858013" y="0"/>
                  </a:lnTo>
                  <a:lnTo>
                    <a:pt x="2858013" y="6866467"/>
                  </a:lnTo>
                  <a:lnTo>
                    <a:pt x="2473942" y="6866467"/>
                  </a:lnTo>
                  <a:lnTo>
                    <a:pt x="0" y="0"/>
                  </a:lnTo>
                  <a:close/>
                </a:path>
              </a:pathLst>
            </a:custGeom>
            <a:solidFill>
              <a:srgbClr val="3F7818">
                <a:alpha val="69411"/>
              </a:srgbClr>
            </a:solidFill>
            <a:ln>
              <a:noFill/>
            </a:ln>
          </p:spPr>
        </p:sp>
        <p:sp>
          <p:nvSpPr>
            <p:cNvPr id="13" name="Google Shape;13;p24"/>
            <p:cNvSpPr/>
            <p:nvPr/>
          </p:nvSpPr>
          <p:spPr>
            <a:xfrm>
              <a:off x="10898730" y="-8467"/>
              <a:ext cx="1290094" cy="6866467"/>
            </a:xfrm>
            <a:custGeom>
              <a:avLst/>
              <a:gdLst/>
              <a:ahLst/>
              <a:cxnLst/>
              <a:rect l="l" t="t" r="r" b="b"/>
              <a:pathLst>
                <a:path w="1290094" h="6858000" extrusionOk="0">
                  <a:moveTo>
                    <a:pt x="1019735" y="0"/>
                  </a:moveTo>
                  <a:lnTo>
                    <a:pt x="1290094" y="0"/>
                  </a:lnTo>
                  <a:lnTo>
                    <a:pt x="1290094" y="6858000"/>
                  </a:lnTo>
                  <a:lnTo>
                    <a:pt x="0" y="6858000"/>
                  </a:lnTo>
                  <a:lnTo>
                    <a:pt x="1019735" y="0"/>
                  </a:lnTo>
                  <a:close/>
                </a:path>
              </a:pathLst>
            </a:custGeom>
            <a:solidFill>
              <a:srgbClr val="BFE471">
                <a:alpha val="69411"/>
              </a:srgbClr>
            </a:solidFill>
            <a:ln>
              <a:noFill/>
            </a:ln>
          </p:spPr>
        </p:sp>
        <p:sp>
          <p:nvSpPr>
            <p:cNvPr id="14" name="Google Shape;14;p24"/>
            <p:cNvSpPr/>
            <p:nvPr/>
          </p:nvSpPr>
          <p:spPr>
            <a:xfrm>
              <a:off x="10938999" y="-8467"/>
              <a:ext cx="1249825" cy="6866467"/>
            </a:xfrm>
            <a:custGeom>
              <a:avLst/>
              <a:gdLst/>
              <a:ahLst/>
              <a:cxnLst/>
              <a:rect l="l" t="t" r="r" b="b"/>
              <a:pathLst>
                <a:path w="1249825" h="6858000" extrusionOk="0">
                  <a:moveTo>
                    <a:pt x="0" y="0"/>
                  </a:moveTo>
                  <a:lnTo>
                    <a:pt x="1249825" y="0"/>
                  </a:lnTo>
                  <a:lnTo>
                    <a:pt x="1249825" y="6858000"/>
                  </a:lnTo>
                  <a:lnTo>
                    <a:pt x="1109382" y="6858000"/>
                  </a:lnTo>
                  <a:lnTo>
                    <a:pt x="0" y="0"/>
                  </a:lnTo>
                  <a:close/>
                </a:path>
              </a:pathLst>
            </a:custGeom>
            <a:solidFill>
              <a:schemeClr val="accent1">
                <a:alpha val="64313"/>
              </a:schemeClr>
            </a:solidFill>
            <a:ln>
              <a:noFill/>
            </a:ln>
          </p:spPr>
        </p:sp>
        <p:sp>
          <p:nvSpPr>
            <p:cNvPr id="15" name="Google Shape;15;p24"/>
            <p:cNvSpPr/>
            <p:nvPr/>
          </p:nvSpPr>
          <p:spPr>
            <a:xfrm>
              <a:off x="10371666" y="3589867"/>
              <a:ext cx="1817159" cy="3268133"/>
            </a:xfrm>
            <a:prstGeom prst="triangle">
              <a:avLst>
                <a:gd name="adj" fmla="val 100000"/>
              </a:avLst>
            </a:prstGeom>
            <a:solidFill>
              <a:schemeClr val="accent1">
                <a:alpha val="80000"/>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16" name="Google Shape;16;p24"/>
            <p:cNvSpPr/>
            <p:nvPr/>
          </p:nvSpPr>
          <p:spPr>
            <a:xfrm>
              <a:off x="0" y="4013200"/>
              <a:ext cx="448733" cy="2844800"/>
            </a:xfrm>
            <a:prstGeom prst="triangle">
              <a:avLst>
                <a:gd name="adj" fmla="val 0"/>
              </a:avLst>
            </a:prstGeom>
            <a:solidFill>
              <a:schemeClr val="accent1">
                <a:alpha val="84313"/>
              </a:scheme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grpSp>
      <p:sp>
        <p:nvSpPr>
          <p:cNvPr id="17" name="Google Shape;17;p24"/>
          <p:cNvSpPr txBox="1"/>
          <p:nvPr>
            <p:ph type="title"/>
          </p:nvPr>
        </p:nvSpPr>
        <p:spPr>
          <a:xfrm>
            <a:off x="677334" y="609600"/>
            <a:ext cx="8596668" cy="1320800"/>
          </a:xfrm>
          <a:prstGeom prst="rect">
            <a:avLst/>
          </a:prstGeom>
          <a:noFill/>
          <a:ln>
            <a:noFill/>
          </a:ln>
        </p:spPr>
        <p:txBody>
          <a:bodyPr spcFirstLastPara="1" wrap="square" lIns="91425" tIns="45700" rIns="91425" bIns="45700" anchor="t" anchorCtr="0">
            <a:normAutofit/>
          </a:bodyPr>
          <a:lstStyle>
            <a:lvl1pPr marR="0" lvl="0" algn="l" rtl="0">
              <a:lnSpc>
                <a:spcPct val="100000"/>
              </a:lnSpc>
              <a:spcBef>
                <a:spcPts val="0"/>
              </a:spcBef>
              <a:spcAft>
                <a:spcPts val="0"/>
              </a:spcAft>
              <a:buClr>
                <a:schemeClr val="accent1"/>
              </a:buClr>
              <a:buSzPts val="3600"/>
              <a:buFont typeface="Trebuchet MS" panose="020B0603020202020204"/>
              <a:buNone/>
              <a:defRPr sz="36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2"/>
                </a:solidFill>
                <a:latin typeface="Arial" panose="020B0604020202020204"/>
                <a:ea typeface="Arial" panose="020B0604020202020204"/>
                <a:cs typeface="Arial" panose="020B0604020202020204"/>
                <a:sym typeface="Arial" panose="020B0604020202020204"/>
              </a:defRPr>
            </a:lvl9pPr>
          </a:lstStyle>
          <a:p/>
        </p:txBody>
      </p:sp>
      <p:sp>
        <p:nvSpPr>
          <p:cNvPr id="18" name="Google Shape;18;p24"/>
          <p:cNvSpPr txBox="1"/>
          <p:nvPr>
            <p:ph type="body" idx="1"/>
          </p:nvPr>
        </p:nvSpPr>
        <p:spPr>
          <a:xfrm>
            <a:off x="677334" y="2160589"/>
            <a:ext cx="8596668" cy="3880773"/>
          </a:xfrm>
          <a:prstGeom prst="rect">
            <a:avLst/>
          </a:prstGeom>
          <a:noFill/>
          <a:ln>
            <a:noFill/>
          </a:ln>
        </p:spPr>
        <p:txBody>
          <a:bodyPr spcFirstLastPara="1" wrap="square" lIns="91425" tIns="45700" rIns="91425" bIns="45700" anchor="t" anchorCtr="0">
            <a:normAutofit/>
          </a:bodyPr>
          <a:lstStyle>
            <a:lvl1pPr marL="457200" marR="0" lvl="0" indent="-320040" algn="l" rtl="0">
              <a:lnSpc>
                <a:spcPct val="100000"/>
              </a:lnSpc>
              <a:spcBef>
                <a:spcPts val="1000"/>
              </a:spcBef>
              <a:spcAft>
                <a:spcPts val="0"/>
              </a:spcAft>
              <a:buClr>
                <a:schemeClr val="accent1"/>
              </a:buClr>
              <a:buSzPts val="1440"/>
              <a:buFont typeface="Noto Sans Symbols"/>
              <a:buChar char="►"/>
              <a:defRPr sz="18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1pPr>
            <a:lvl2pPr marL="914400" marR="0" lvl="1" indent="-309880" algn="l" rtl="0">
              <a:lnSpc>
                <a:spcPct val="100000"/>
              </a:lnSpc>
              <a:spcBef>
                <a:spcPts val="1000"/>
              </a:spcBef>
              <a:spcAft>
                <a:spcPts val="0"/>
              </a:spcAft>
              <a:buClr>
                <a:schemeClr val="accent1"/>
              </a:buClr>
              <a:buSzPts val="1280"/>
              <a:buFont typeface="Noto Sans Symbols"/>
              <a:buChar char="►"/>
              <a:defRPr sz="16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2pPr>
            <a:lvl3pPr marL="1371600" marR="0" lvl="2" indent="-299720" algn="l" rtl="0">
              <a:lnSpc>
                <a:spcPct val="100000"/>
              </a:lnSpc>
              <a:spcBef>
                <a:spcPts val="1000"/>
              </a:spcBef>
              <a:spcAft>
                <a:spcPts val="0"/>
              </a:spcAft>
              <a:buClr>
                <a:schemeClr val="accent1"/>
              </a:buClr>
              <a:buSzPts val="1120"/>
              <a:buFont typeface="Noto Sans Symbols"/>
              <a:buChar char="►"/>
              <a:defRPr sz="14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3pPr>
            <a:lvl4pPr marL="1828800" marR="0" lvl="3"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4pPr>
            <a:lvl5pPr marL="2286000" marR="0" lvl="4"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5pPr>
            <a:lvl6pPr marL="2743200" marR="0" lvl="5"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6pPr>
            <a:lvl7pPr marL="3200400" marR="0" lvl="6"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7pPr>
            <a:lvl8pPr marL="3657600" marR="0" lvl="7"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8pPr>
            <a:lvl9pPr marL="4114800" marR="0" lvl="8" indent="-289560" algn="l" rtl="0">
              <a:lnSpc>
                <a:spcPct val="100000"/>
              </a:lnSpc>
              <a:spcBef>
                <a:spcPts val="1000"/>
              </a:spcBef>
              <a:spcAft>
                <a:spcPts val="0"/>
              </a:spcAft>
              <a:buClr>
                <a:schemeClr val="accent1"/>
              </a:buClr>
              <a:buSzPts val="960"/>
              <a:buFont typeface="Noto Sans Symbols"/>
              <a:buChar char="►"/>
              <a:defRPr sz="12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defRPr>
            </a:lvl9pPr>
          </a:lstStyle>
          <a:p/>
        </p:txBody>
      </p:sp>
      <p:sp>
        <p:nvSpPr>
          <p:cNvPr id="19" name="Google Shape;19;p24"/>
          <p:cNvSpPr txBox="1"/>
          <p:nvPr>
            <p:ph type="dt" idx="10"/>
          </p:nvPr>
        </p:nvSpPr>
        <p:spPr>
          <a:xfrm>
            <a:off x="7205133" y="6041362"/>
            <a:ext cx="91193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9pPr>
          </a:lstStyle>
          <a:p/>
        </p:txBody>
      </p:sp>
      <p:sp>
        <p:nvSpPr>
          <p:cNvPr id="20" name="Google Shape;20;p24"/>
          <p:cNvSpPr txBox="1"/>
          <p:nvPr>
            <p:ph type="ftr" idx="11"/>
          </p:nvPr>
        </p:nvSpPr>
        <p:spPr>
          <a:xfrm>
            <a:off x="677334" y="6041362"/>
            <a:ext cx="6297612"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9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lt1"/>
                </a:solidFill>
                <a:latin typeface="Trebuchet MS" panose="020B0603020202020204"/>
                <a:ea typeface="Trebuchet MS" panose="020B0603020202020204"/>
                <a:cs typeface="Trebuchet MS" panose="020B0603020202020204"/>
                <a:sym typeface="Trebuchet MS" panose="020B0603020202020204"/>
              </a:defRPr>
            </a:lvl9pPr>
          </a:lstStyle>
          <a:p/>
        </p:txBody>
      </p:sp>
      <p:sp>
        <p:nvSpPr>
          <p:cNvPr id="21" name="Google Shape;21;p24"/>
          <p:cNvSpPr txBox="1"/>
          <p:nvPr>
            <p:ph type="sldNum" idx="12"/>
          </p:nvPr>
        </p:nvSpPr>
        <p:spPr>
          <a:xfrm>
            <a:off x="8590663" y="6041362"/>
            <a:ext cx="683339"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1pPr>
            <a:lvl2pPr marL="0" marR="0" lvl="1"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2pPr>
            <a:lvl3pPr marL="0" marR="0" lvl="2"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3pPr>
            <a:lvl4pPr marL="0" marR="0" lvl="3"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4pPr>
            <a:lvl5pPr marL="0" marR="0" lvl="4"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5pPr>
            <a:lvl6pPr marL="0" marR="0" lvl="5"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6pPr>
            <a:lvl7pPr marL="0" marR="0" lvl="6"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7pPr>
            <a:lvl8pPr marL="0" marR="0" lvl="7"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8pPr>
            <a:lvl9pPr marL="0" marR="0" lvl="8" indent="0" algn="r" rtl="0">
              <a:lnSpc>
                <a:spcPct val="100000"/>
              </a:lnSpc>
              <a:spcBef>
                <a:spcPts val="0"/>
              </a:spcBef>
              <a:spcAft>
                <a:spcPts val="0"/>
              </a:spcAft>
              <a:buClr>
                <a:srgbClr val="000000"/>
              </a:buClr>
              <a:buSzPts val="900"/>
              <a:buFont typeface="Arial" panose="020B0604020202020204"/>
              <a:buNone/>
              <a:defRPr sz="9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image" Target="../media/image7.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32.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slideLayout" Target="../slideLayouts/slideLayout1.xml"/><Relationship Id="rId3" Type="http://schemas.openxmlformats.org/officeDocument/2006/relationships/hyperlink" Target="https://matplotlib.org" TargetMode="External"/><Relationship Id="rId2" Type="http://schemas.openxmlformats.org/officeDocument/2006/relationships/hyperlink" Target="https://www.python.org/doc/" TargetMode="External"/><Relationship Id="rId1" Type="http://schemas.openxmlformats.org/officeDocument/2006/relationships/hyperlink" Target="https://archive.ics.uci.edu/ml/datasets/heart+disease"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1.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42" name="Shape 142"/>
        <p:cNvGrpSpPr/>
        <p:nvPr/>
      </p:nvGrpSpPr>
      <p:grpSpPr>
        <a:xfrm>
          <a:off x="0" y="0"/>
          <a:ext cx="0" cy="0"/>
          <a:chOff x="0" y="0"/>
          <a:chExt cx="0" cy="0"/>
        </a:xfrm>
      </p:grpSpPr>
      <p:pic>
        <p:nvPicPr>
          <p:cNvPr id="143" name="Google Shape;143;p1"/>
          <p:cNvPicPr preferRelativeResize="0"/>
          <p:nvPr/>
        </p:nvPicPr>
        <p:blipFill rotWithShape="1">
          <a:blip r:embed="rId1"/>
          <a:srcRect/>
          <a:stretch>
            <a:fillRect/>
          </a:stretch>
        </p:blipFill>
        <p:spPr>
          <a:xfrm>
            <a:off x="4789884" y="1397923"/>
            <a:ext cx="1932432" cy="1957660"/>
          </a:xfrm>
          <a:prstGeom prst="rect">
            <a:avLst/>
          </a:prstGeom>
          <a:noFill/>
          <a:ln>
            <a:noFill/>
          </a:ln>
        </p:spPr>
      </p:pic>
      <p:sp>
        <p:nvSpPr>
          <p:cNvPr id="144" name="Google Shape;144;p1"/>
          <p:cNvSpPr txBox="1"/>
          <p:nvPr/>
        </p:nvSpPr>
        <p:spPr>
          <a:xfrm>
            <a:off x="704325" y="346000"/>
            <a:ext cx="10651500" cy="23088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panose="020B0604020202020204"/>
              <a:buNone/>
            </a:pPr>
            <a:r>
              <a:rPr lang="en-US" sz="27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     CardioAI – Intelligent Heart Disease Risk Prediction System</a:t>
            </a:r>
            <a:br>
              <a:rPr lang="en-US" sz="27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br>
            <a:br>
              <a:rPr lang="en-US" sz="27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br>
            <a:br>
              <a:rPr lang="en-US" sz="27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br>
            <a:endParaRPr sz="2700" b="1">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4600"/>
              <a:buFont typeface="Arial" panose="020B0604020202020204"/>
              <a:buNone/>
            </a:pPr>
            <a:endParaRPr sz="3600">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5" name="Google Shape;145;p1"/>
          <p:cNvSpPr txBox="1"/>
          <p:nvPr/>
        </p:nvSpPr>
        <p:spPr>
          <a:xfrm>
            <a:off x="1977075" y="3724125"/>
            <a:ext cx="7611900" cy="933450"/>
          </a:xfrm>
          <a:prstGeom prst="rect">
            <a:avLst/>
          </a:prstGeom>
          <a:noFill/>
          <a:ln>
            <a:noFill/>
          </a:ln>
        </p:spPr>
        <p:txBody>
          <a:bodyPr spcFirstLastPara="1" wrap="square" lIns="91425" tIns="45700" rIns="91425" bIns="45700" anchor="t" anchorCtr="0">
            <a:spAutoFit/>
          </a:bodyPr>
          <a:lstStyle/>
          <a:p>
            <a:pPr marL="12065" marR="5080" lvl="0" indent="0" algn="ctr" rtl="0">
              <a:lnSpc>
                <a:spcPct val="100000"/>
              </a:lnSpc>
              <a:spcBef>
                <a:spcPts val="0"/>
              </a:spcBef>
              <a:spcAft>
                <a:spcPts val="0"/>
              </a:spcAft>
              <a:buClr>
                <a:srgbClr val="000000"/>
              </a:buClr>
              <a:buSzPts val="1800"/>
              <a:buFont typeface="Arial" panose="020B0604020202020204"/>
              <a:buNone/>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Under the Esteemed Guidance of </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12065" marR="5080" lvl="0" indent="0" algn="ctr" rtl="0">
              <a:lnSpc>
                <a:spcPct val="100000"/>
              </a:lnSpc>
              <a:spcBef>
                <a:spcPts val="100"/>
              </a:spcBef>
              <a:spcAft>
                <a:spcPts val="0"/>
              </a:spcAft>
              <a:buClr>
                <a:srgbClr val="000000"/>
              </a:buClr>
              <a:buSzPts val="1800"/>
              <a:buFont typeface="Arial" panose="020B0604020202020204"/>
              <a:buNone/>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Dr</a:t>
            </a:r>
            <a:r>
              <a:rPr lang="en-IN" alt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 V. Shanmukha Rao</a:t>
            </a:r>
            <a:endParaRPr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lnSpc>
                <a:spcPct val="100000"/>
              </a:lnSpc>
              <a:spcBef>
                <a:spcPts val="0"/>
              </a:spcBef>
              <a:spcAft>
                <a:spcPts val="0"/>
              </a:spcAft>
              <a:buClr>
                <a:srgbClr val="000000"/>
              </a:buClr>
              <a:buSzPts val="1800"/>
              <a:buFont typeface="Arial" panose="020B0604020202020204"/>
              <a:buNone/>
            </a:pPr>
            <a:r>
              <a:rPr 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Submitted by</a:t>
            </a:r>
            <a:endParaRPr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1"/>
          <p:cNvSpPr txBox="1"/>
          <p:nvPr/>
        </p:nvSpPr>
        <p:spPr>
          <a:xfrm>
            <a:off x="3697817" y="4849270"/>
            <a:ext cx="2106083" cy="1197610"/>
          </a:xfrm>
          <a:prstGeom prst="rect">
            <a:avLst/>
          </a:prstGeom>
          <a:noFill/>
          <a:ln>
            <a:noFill/>
          </a:ln>
        </p:spPr>
        <p:txBody>
          <a:bodyPr spcFirstLastPara="1" wrap="square" lIns="91425" tIns="45700" rIns="91425" bIns="45700" anchor="t" anchorCtr="0">
            <a:spAutoFit/>
          </a:bodyPr>
          <a:lstStyle/>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P.Sravan Kumar</a:t>
            </a:r>
            <a:endPar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SK. Rehan</a:t>
            </a:r>
            <a:endPar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B.Tharun Raj</a:t>
            </a:r>
            <a:endPar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12700" marR="5080" lvl="0" indent="0" algn="just" rtl="0">
              <a:lnSpc>
                <a:spcPct val="100000"/>
              </a:lnSpc>
              <a:spcBef>
                <a:spcPts val="0"/>
              </a:spcBef>
              <a:spcAft>
                <a:spcPts val="0"/>
              </a:spcAft>
              <a:buClr>
                <a:srgbClr val="000000"/>
              </a:buClr>
              <a:buSzPts val="1800"/>
              <a:buFont typeface="Arial" panose="020B0604020202020204"/>
              <a:buNone/>
            </a:pPr>
            <a:r>
              <a:rPr lang="en-IN"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T.Teja</a:t>
            </a:r>
            <a:endParaRPr lang="en-IN"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7" name="Google Shape;147;p1"/>
          <p:cNvSpPr txBox="1"/>
          <p:nvPr/>
        </p:nvSpPr>
        <p:spPr>
          <a:xfrm>
            <a:off x="6524625" y="4792419"/>
            <a:ext cx="2817283" cy="1236345"/>
          </a:xfrm>
          <a:prstGeom prst="rect">
            <a:avLst/>
          </a:prstGeom>
          <a:noFill/>
          <a:ln>
            <a:noFill/>
          </a:ln>
        </p:spPr>
        <p:txBody>
          <a:bodyPr spcFirstLastPara="1" wrap="square" lIns="91425" tIns="45700" rIns="91425" bIns="45700" anchor="t" anchorCtr="0">
            <a:spAutoFit/>
          </a:bodyPr>
          <a:lstStyle/>
          <a:p>
            <a:pPr marL="14605" marR="5080" lvl="0" indent="-2540" algn="just" rtl="0">
              <a:lnSpc>
                <a:spcPct val="100000"/>
              </a:lnSpc>
              <a:spcBef>
                <a:spcPts val="100"/>
              </a:spcBef>
              <a:spcAft>
                <a:spcPts val="0"/>
              </a:spcAft>
              <a:buClr>
                <a:srgbClr val="000000"/>
              </a:buClr>
              <a:buSzPts val="1800"/>
              <a:buFont typeface="Arial" panose="020B0604020202020204"/>
              <a:buNone/>
            </a:pPr>
            <a:r>
              <a:rPr lang="en-IN"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22KT1A4353</a:t>
            </a:r>
            <a:endParaRPr lang="en-IN"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14605" marR="5080" lvl="0" indent="-2540" algn="just" rtl="0">
              <a:lnSpc>
                <a:spcPct val="100000"/>
              </a:lnSpc>
              <a:spcBef>
                <a:spcPts val="100"/>
              </a:spcBef>
              <a:spcAft>
                <a:spcPts val="0"/>
              </a:spcAft>
              <a:buClr>
                <a:srgbClr val="000000"/>
              </a:buClr>
              <a:buSzPts val="1800"/>
              <a:buFont typeface="Arial" panose="020B0604020202020204"/>
              <a:buNone/>
            </a:pPr>
            <a:r>
              <a:rPr 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a:t>
            </a:r>
            <a:r>
              <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2KT1A4355</a:t>
            </a:r>
            <a:endPar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14605" marR="5080" lvl="0" indent="-2540" algn="just" rtl="0">
              <a:lnSpc>
                <a:spcPct val="100000"/>
              </a:lnSpc>
              <a:spcBef>
                <a:spcPts val="100"/>
              </a:spcBef>
              <a:spcAft>
                <a:spcPts val="0"/>
              </a:spcAft>
              <a:buClr>
                <a:srgbClr val="000000"/>
              </a:buClr>
              <a:buSzPts val="1800"/>
              <a:buFont typeface="Arial" panose="020B0604020202020204"/>
              <a:buNone/>
            </a:pPr>
            <a:r>
              <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23KT5A4303</a:t>
            </a:r>
            <a:endPar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14605" marR="5080" lvl="0" indent="-2540" algn="just" rtl="0">
              <a:lnSpc>
                <a:spcPct val="100000"/>
              </a:lnSpc>
              <a:spcBef>
                <a:spcPts val="100"/>
              </a:spcBef>
              <a:spcAft>
                <a:spcPts val="0"/>
              </a:spcAft>
              <a:buClr>
                <a:srgbClr val="000000"/>
              </a:buClr>
              <a:buSzPts val="1800"/>
              <a:buFont typeface="Arial" panose="020B0604020202020204"/>
              <a:buNone/>
            </a:pPr>
            <a:r>
              <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a:t>
            </a:r>
            <a:r>
              <a:rPr 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3</a:t>
            </a:r>
            <a:r>
              <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KT5A4307</a:t>
            </a:r>
            <a:endParaRPr lang="en-IN" alt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51" name="Shape 151"/>
        <p:cNvGrpSpPr/>
        <p:nvPr/>
      </p:nvGrpSpPr>
      <p:grpSpPr>
        <a:xfrm>
          <a:off x="0" y="0"/>
          <a:ext cx="0" cy="0"/>
          <a:chOff x="0" y="0"/>
          <a:chExt cx="0" cy="0"/>
        </a:xfrm>
      </p:grpSpPr>
      <p:sp>
        <p:nvSpPr>
          <p:cNvPr id="152" name="Google Shape;152;p2"/>
          <p:cNvSpPr txBox="1"/>
          <p:nvPr>
            <p:ph type="title"/>
          </p:nvPr>
        </p:nvSpPr>
        <p:spPr>
          <a:xfrm>
            <a:off x="1871131" y="143933"/>
            <a:ext cx="6112935" cy="6604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accent1"/>
              </a:buClr>
              <a:buSzPct val="100000"/>
              <a:buFont typeface="Times New Roman" panose="02020603050405020304"/>
              <a:buNone/>
            </a:pPr>
            <a:r>
              <a:rPr lang="en-US" sz="3600">
                <a:latin typeface="Times New Roman" panose="02020603050405020304"/>
                <a:ea typeface="Times New Roman" panose="02020603050405020304"/>
                <a:cs typeface="Times New Roman" panose="02020603050405020304"/>
                <a:sym typeface="Times New Roman" panose="02020603050405020304"/>
              </a:rPr>
              <a:t>               </a:t>
            </a:r>
            <a:r>
              <a:rPr lang="en-US" sz="5400">
                <a:latin typeface="Times New Roman" panose="02020603050405020304"/>
                <a:ea typeface="Times New Roman" panose="02020603050405020304"/>
                <a:cs typeface="Times New Roman" panose="02020603050405020304"/>
                <a:sym typeface="Times New Roman" panose="02020603050405020304"/>
              </a:rPr>
              <a:t>CONTENTS</a:t>
            </a:r>
            <a:endParaRPr sz="5400"/>
          </a:p>
        </p:txBody>
      </p:sp>
      <p:sp>
        <p:nvSpPr>
          <p:cNvPr id="153" name="Google Shape;153;p2"/>
          <p:cNvSpPr txBox="1"/>
          <p:nvPr/>
        </p:nvSpPr>
        <p:spPr>
          <a:xfrm>
            <a:off x="1186252" y="1136825"/>
            <a:ext cx="10845000" cy="5297400"/>
          </a:xfrm>
          <a:prstGeom prst="rect">
            <a:avLst/>
          </a:prstGeom>
          <a:noFill/>
          <a:ln w="19050" cap="flat" cmpd="sng">
            <a:solidFill>
              <a:srgbClr val="000000"/>
            </a:solidFill>
            <a:prstDash val="solid"/>
            <a:round/>
            <a:headEnd type="none" w="sm" len="sm"/>
            <a:tailEnd type="none" w="sm" len="sm"/>
          </a:ln>
        </p:spPr>
        <p:txBody>
          <a:bodyPr spcFirstLastPara="1" wrap="square" lIns="91425" tIns="45700" rIns="91425" bIns="45700" anchor="t" anchorCtr="0">
            <a:spAutoFit/>
          </a:bodyPr>
          <a:lstStyle/>
          <a:p>
            <a:pPr marL="756285" marR="0" lvl="0" indent="-286385" algn="l" rtl="0">
              <a:lnSpc>
                <a:spcPct val="100000"/>
              </a:lnSpc>
              <a:spcBef>
                <a:spcPts val="0"/>
              </a:spcBef>
              <a:spcAft>
                <a:spcPts val="0"/>
              </a:spcAft>
              <a:buClr>
                <a:schemeClr val="lt1"/>
              </a:buClr>
              <a:buSzPts val="1800"/>
              <a:buFont typeface="Arial" panose="020B0604020202020204"/>
              <a:buChar char="•"/>
            </a:pPr>
            <a:r>
              <a:rPr 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1.Introduction</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1.1Brief overview of the Project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1.1.1Scope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1.1.2Purpose</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1.1.3Objective of the Study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1.1.4Literature Survey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1.2Problem Statement</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1.3Proposed System</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1"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2.System Analysis</a:t>
            </a:r>
            <a:endParaRPr sz="1400" b="1"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2.1System Study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2.1.1Feasibility Study</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2.2Requirement Analysis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2.2.1Functional Requirements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2.2.2Non- Functional Requirements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2.3System Requirement Specification</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2.3.1Hardware Requirements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2.3.2Software Requirements</a:t>
            </a: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756285" marR="0" lvl="0" indent="-286385" algn="l" rtl="0">
              <a:lnSpc>
                <a:spcPct val="100000"/>
              </a:lnSpc>
              <a:spcBef>
                <a:spcPts val="100"/>
              </a:spcBef>
              <a:spcAft>
                <a:spcPts val="0"/>
              </a:spcAft>
              <a:buClr>
                <a:schemeClr val="lt1"/>
              </a:buClr>
              <a:buSzPts val="1800"/>
              <a:buFont typeface="Arial" panose="020B0604020202020204"/>
              <a:buChar char="•"/>
            </a:pPr>
            <a:r>
              <a:rPr lang="en-US"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2.3.3Libraries Requirements</a:t>
            </a:r>
            <a:endParaRPr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57" name="Shape 157"/>
        <p:cNvGrpSpPr/>
        <p:nvPr/>
      </p:nvGrpSpPr>
      <p:grpSpPr>
        <a:xfrm>
          <a:off x="0" y="0"/>
          <a:ext cx="0" cy="0"/>
          <a:chOff x="0" y="0"/>
          <a:chExt cx="0" cy="0"/>
        </a:xfrm>
      </p:grpSpPr>
      <p:sp>
        <p:nvSpPr>
          <p:cNvPr id="158" name="Google Shape;158;p3"/>
          <p:cNvSpPr txBox="1"/>
          <p:nvPr>
            <p:ph type="title"/>
          </p:nvPr>
        </p:nvSpPr>
        <p:spPr>
          <a:xfrm>
            <a:off x="863599" y="194735"/>
            <a:ext cx="9728199" cy="753532"/>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accent1"/>
              </a:buClr>
              <a:buSzPct val="100000"/>
              <a:buFont typeface="Times New Roman" panose="02020603050405020304"/>
              <a:buNone/>
            </a:pPr>
            <a:r>
              <a:rPr lang="en-US" sz="3600">
                <a:latin typeface="Times New Roman" panose="02020603050405020304"/>
                <a:ea typeface="Times New Roman" panose="02020603050405020304"/>
                <a:cs typeface="Times New Roman" panose="02020603050405020304"/>
                <a:sym typeface="Times New Roman" panose="02020603050405020304"/>
              </a:rPr>
              <a:t>                               </a:t>
            </a:r>
            <a:r>
              <a:rPr lang="en-US" sz="5400">
                <a:latin typeface="Times New Roman" panose="02020603050405020304"/>
                <a:ea typeface="Times New Roman" panose="02020603050405020304"/>
                <a:cs typeface="Times New Roman" panose="02020603050405020304"/>
                <a:sym typeface="Times New Roman" panose="02020603050405020304"/>
              </a:rPr>
              <a:t>Introduction</a:t>
            </a:r>
            <a:endParaRPr lang="en-US"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159" name="Google Shape;159;p3"/>
          <p:cNvSpPr txBox="1"/>
          <p:nvPr/>
        </p:nvSpPr>
        <p:spPr>
          <a:xfrm>
            <a:off x="1544600" y="1841150"/>
            <a:ext cx="7117500" cy="4617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800"/>
              <a:buFont typeface="Arial" panose="020B0604020202020204"/>
              <a:buNone/>
            </a:pPr>
            <a:endParaRPr sz="1800" b="0" i="0" u="none" strike="noStrike" cap="none">
              <a:solidFill>
                <a:srgbClr val="FEFEFE"/>
              </a:solidFill>
              <a:latin typeface="Trebuchet MS" panose="020B0603020202020204"/>
              <a:ea typeface="Trebuchet MS" panose="020B0603020202020204"/>
              <a:cs typeface="Trebuchet MS" panose="020B0603020202020204"/>
              <a:sym typeface="Trebuchet MS" panose="020B0603020202020204"/>
            </a:endParaRPr>
          </a:p>
        </p:txBody>
      </p:sp>
      <p:sp>
        <p:nvSpPr>
          <p:cNvPr id="160" name="Google Shape;160;p3"/>
          <p:cNvSpPr txBox="1"/>
          <p:nvPr/>
        </p:nvSpPr>
        <p:spPr>
          <a:xfrm>
            <a:off x="803200" y="1173900"/>
            <a:ext cx="8439600" cy="5053800"/>
          </a:xfrm>
          <a:prstGeom prst="rect">
            <a:avLst/>
          </a:prstGeom>
          <a:noFill/>
          <a:ln>
            <a:noFill/>
          </a:ln>
        </p:spPr>
        <p:txBody>
          <a:bodyPr spcFirstLastPara="1" wrap="square" lIns="91425" tIns="91425" rIns="91425" bIns="91425" anchor="t" anchorCtr="0">
            <a:noAutofit/>
          </a:bodyPr>
          <a:lstStyle/>
          <a:p>
            <a:pPr marL="0" lvl="0" indent="0" algn="just" rtl="0">
              <a:lnSpc>
                <a:spcPct val="150000"/>
              </a:lnSpc>
              <a:spcBef>
                <a:spcPts val="0"/>
              </a:spcBef>
              <a:spcAft>
                <a:spcPts val="0"/>
              </a:spcAft>
              <a:buClr>
                <a:schemeClr val="dk1"/>
              </a:buClr>
              <a:buFont typeface="Arial" panose="020B0604020202020204"/>
              <a:buNone/>
            </a:pP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Cardiovascular diseases are among the leading causes of mortality worldwide, necessitating early detection and preventive care. </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Clr>
                <a:schemeClr val="dk1"/>
              </a:buClr>
              <a:buFont typeface="Arial" panose="020B0604020202020204"/>
              <a:buNone/>
            </a:pP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CardioAI</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 is an intelligent healthcare platform designed to predict heart disease risk using machine learning techniques. </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just" rtl="0">
              <a:lnSpc>
                <a:spcPct val="150000"/>
              </a:lnSpc>
              <a:spcBef>
                <a:spcPts val="0"/>
              </a:spcBef>
              <a:spcAft>
                <a:spcPts val="0"/>
              </a:spcAft>
              <a:buClr>
                <a:schemeClr val="dk1"/>
              </a:buClr>
              <a:buFont typeface="Arial" panose="020B0604020202020204"/>
              <a:buNone/>
            </a:pP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The system employs a </a:t>
            </a: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classification model</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 trained on real-world clinical datasets to accurately assess patient risk levels. A secure, web-based dashboard allows users to input physiological parameters, upload medical reports, and receive real-time diagnostic insights along with personalized clinical, dietary, and lifestyle recommendations. By combining predictive analytics, data security mechanisms, and population health monitoring, CardioAI aims to support both healthcare professionals and individuals in proactive heart health management.</a:t>
            </a:r>
            <a:endParaRPr sz="27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2200"/>
              <a:buFont typeface="Arial" panose="020B0604020202020204"/>
              <a:buNone/>
            </a:pPr>
            <a:endParaRPr sz="2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p:nvPr>
            <p:ph type="title"/>
          </p:nvPr>
        </p:nvSpPr>
        <p:spPr>
          <a:xfrm>
            <a:off x="677545" y="404495"/>
            <a:ext cx="8596630" cy="965835"/>
          </a:xfrm>
        </p:spPr>
        <p:txBody>
          <a:bodyPr/>
          <a:p>
            <a:r>
              <a:rPr lang="en-IN" altLang="en-US"/>
              <a:t>				Abstract</a:t>
            </a:r>
            <a:endParaRPr lang="en-IN" altLang="en-US"/>
          </a:p>
        </p:txBody>
      </p:sp>
      <p:sp>
        <p:nvSpPr>
          <p:cNvPr id="3" name="Text Box 2"/>
          <p:cNvSpPr txBox="1"/>
          <p:nvPr/>
        </p:nvSpPr>
        <p:spPr>
          <a:xfrm>
            <a:off x="767080" y="1196975"/>
            <a:ext cx="9530080" cy="4247515"/>
          </a:xfrm>
          <a:prstGeom prst="rect">
            <a:avLst/>
          </a:prstGeom>
          <a:noFill/>
        </p:spPr>
        <p:txBody>
          <a:bodyPr wrap="square" rtlCol="0">
            <a:noAutofit/>
          </a:bodyPr>
          <a:p>
            <a:pPr algn="just">
              <a:lnSpc>
                <a:spcPct val="150000"/>
              </a:lnSpc>
            </a:pPr>
            <a:r>
              <a:rPr lang="en-US" alt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Heart disease is one of the leading causes of mortality worldwide, making early and accurate diagnosis essential. This project presents an AI-based heart disease assessment system that predicts the risk of heart disease using machine learning techniques. </a:t>
            </a:r>
            <a:endParaRPr lang="en-US" alt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algn="just">
              <a:lnSpc>
                <a:spcPct val="150000"/>
              </a:lnSpc>
            </a:pPr>
            <a:r>
              <a:rPr lang="en-US" alt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The system takes patient clinical parameters such as age, gender, blood pressure, cholesterol levels, heart rate, and other relevant attributes as input. The collected data is preprocessed to handle missing values, normalize features, and reduce noise. A Random Forest classifier is trained on a heart disease dataset to identify patterns associated with healthy and diseased conditions. By combining multiple decision trees, the model improves prediction accuracy and reduces overfitting. The prediction results are displayed through a user-friendly interface, assisting healthcare professionals and users in informed decision-making. The proposed system supports early diagnosis, enhances efficiency, and serves as a reliable decision-support tool for academic and healthcare applications.</a:t>
            </a:r>
            <a:endParaRPr lang="en-US" altLang="en-US" sz="2000">
              <a:solidFill>
                <a:schemeClr val="bg1"/>
              </a:solidFill>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64" name="Shape 164"/>
        <p:cNvGrpSpPr/>
        <p:nvPr/>
      </p:nvGrpSpPr>
      <p:grpSpPr>
        <a:xfrm>
          <a:off x="0" y="0"/>
          <a:ext cx="0" cy="0"/>
          <a:chOff x="0" y="0"/>
          <a:chExt cx="0" cy="0"/>
        </a:xfrm>
      </p:grpSpPr>
      <p:sp>
        <p:nvSpPr>
          <p:cNvPr id="165" name="Google Shape;165;p4"/>
          <p:cNvSpPr txBox="1"/>
          <p:nvPr>
            <p:ph type="title"/>
          </p:nvPr>
        </p:nvSpPr>
        <p:spPr>
          <a:xfrm>
            <a:off x="-86500" y="185350"/>
            <a:ext cx="9588900" cy="8649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accent1"/>
              </a:buClr>
              <a:buSzPct val="44000"/>
              <a:buFont typeface="Trebuchet MS" panose="020B0603020202020204"/>
              <a:buNone/>
            </a:pPr>
            <a:r>
              <a:rPr lang="en-US"/>
              <a:t>              </a:t>
            </a:r>
            <a:r>
              <a:rPr lang="en-US" sz="5400">
                <a:latin typeface="Times New Roman" panose="02020603050405020304"/>
                <a:ea typeface="Times New Roman" panose="02020603050405020304"/>
                <a:cs typeface="Times New Roman" panose="02020603050405020304"/>
                <a:sym typeface="Times New Roman" panose="02020603050405020304"/>
              </a:rPr>
              <a:t>Brief Overview of the Project</a:t>
            </a:r>
            <a:endParaRPr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166" name="Google Shape;166;p4"/>
          <p:cNvSpPr txBox="1"/>
          <p:nvPr/>
        </p:nvSpPr>
        <p:spPr>
          <a:xfrm>
            <a:off x="827900" y="1363125"/>
            <a:ext cx="9181200" cy="55746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CardioAI is a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full-stack healthcare analytics platform</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that leverages machine learning to assist in early-stage cardiovascular disease prediction.</a:t>
            </a:r>
            <a:endParaRPr sz="19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400"/>
              </a:spcBef>
              <a:spcAft>
                <a:spcPts val="0"/>
              </a:spcAft>
              <a:buClr>
                <a:schemeClr val="dk1"/>
              </a:buClr>
              <a:buSzPts val="1100"/>
              <a:buFont typeface="Arial" panose="020B0604020202020204"/>
              <a:buNone/>
            </a:pPr>
            <a:r>
              <a:rPr lang="en-US" sz="2100" b="1">
                <a:solidFill>
                  <a:schemeClr val="lt1"/>
                </a:solidFill>
                <a:latin typeface="Times New Roman" panose="02020603050405020304"/>
                <a:ea typeface="Times New Roman" panose="02020603050405020304"/>
                <a:cs typeface="Times New Roman" panose="02020603050405020304"/>
                <a:sym typeface="Times New Roman" panose="02020603050405020304"/>
              </a:rPr>
              <a:t>Key Highlights:</a:t>
            </a:r>
            <a:endParaRPr sz="21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1200"/>
              </a:spcBef>
              <a:spcAft>
                <a:spcPts val="0"/>
              </a:spcAft>
              <a:buClr>
                <a:schemeClr val="lt1"/>
              </a:buClr>
              <a:buSzPts val="1900"/>
              <a:buFont typeface="Times New Roman" panose="02020603050405020304"/>
              <a:buChar char="●"/>
            </a:pP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AI-driven heart disease risk assessment</a:t>
            </a:r>
            <a:b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Font typeface="Times New Roman" panose="02020603050405020304"/>
              <a:buChar char="●"/>
            </a:pP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Real-time predictions using clinical parameters</a:t>
            </a:r>
            <a:b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Font typeface="Times New Roman" panose="02020603050405020304"/>
              <a:buChar char="●"/>
            </a:pP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Secure and interactive web dashboard</a:t>
            </a:r>
            <a:b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Font typeface="Times New Roman" panose="02020603050405020304"/>
              <a:buChar char="●"/>
            </a:pP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Personalized health recommendations</a:t>
            </a:r>
            <a:endParaRPr sz="19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The system bridges the gap between traditional diagnostics and modern AI-powered healthcare solutions.</a:t>
            </a:r>
            <a:endParaRPr sz="19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200"/>
              </a:spcBef>
              <a:spcAft>
                <a:spcPts val="0"/>
              </a:spcAft>
              <a:buClr>
                <a:schemeClr val="dk1"/>
              </a:buClr>
              <a:buSzPts val="1100"/>
              <a:buFont typeface="Arial" panose="020B0604020202020204"/>
              <a:buNone/>
            </a:pP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lnSpc>
                <a:spcPct val="150000"/>
              </a:lnSpc>
              <a:spcBef>
                <a:spcPts val="1200"/>
              </a:spcBef>
              <a:spcAft>
                <a:spcPts val="0"/>
              </a:spcAft>
              <a:buClr>
                <a:srgbClr val="000000"/>
              </a:buClr>
              <a:buSzPts val="2900"/>
              <a:buFont typeface="Arial" panose="020B0604020202020204"/>
              <a:buNone/>
            </a:pPr>
            <a:endParaRPr sz="2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70" name="Shape 170"/>
        <p:cNvGrpSpPr/>
        <p:nvPr/>
      </p:nvGrpSpPr>
      <p:grpSpPr>
        <a:xfrm>
          <a:off x="0" y="0"/>
          <a:ext cx="0" cy="0"/>
          <a:chOff x="0" y="0"/>
          <a:chExt cx="0" cy="0"/>
        </a:xfrm>
      </p:grpSpPr>
      <p:sp>
        <p:nvSpPr>
          <p:cNvPr id="171" name="Google Shape;171;p5"/>
          <p:cNvSpPr txBox="1"/>
          <p:nvPr>
            <p:ph type="ctrTitle"/>
          </p:nvPr>
        </p:nvSpPr>
        <p:spPr>
          <a:xfrm>
            <a:off x="2508425" y="407775"/>
            <a:ext cx="3818100" cy="8526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accent1"/>
              </a:buClr>
              <a:buSzPts val="5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Scope</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172" name="Google Shape;172;p5"/>
          <p:cNvSpPr txBox="1"/>
          <p:nvPr>
            <p:ph type="subTitle" idx="1"/>
          </p:nvPr>
        </p:nvSpPr>
        <p:spPr>
          <a:xfrm>
            <a:off x="1037975" y="1371600"/>
            <a:ext cx="8554800" cy="5898300"/>
          </a:xfrm>
          <a:prstGeom prst="rect">
            <a:avLst/>
          </a:prstGeom>
          <a:noFill/>
          <a:ln>
            <a:noFill/>
          </a:ln>
        </p:spPr>
        <p:txBody>
          <a:bodyPr spcFirstLastPara="1" wrap="square" lIns="91425" tIns="45700" rIns="91425" bIns="45700" anchor="ctr" anchorCtr="0">
            <a:sp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Analyzes patient medical data to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assess the risk of heart disease</a:t>
            </a:r>
            <a:b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Utilizes the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machine learning algorithm</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for accurate prediction</a:t>
            </a:r>
            <a:b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Supports multiple clinical parameters such as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age, blood pressure, cholesterol, and heart rate</a:t>
            </a:r>
            <a:b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Provides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early risk assessment</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to assist doctors and healthcare professionals</a:t>
            </a:r>
            <a:b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Reduces manual diagnosis effort through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automated prediction</a:t>
            </a:r>
            <a:b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Can be deployed as a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web-based application</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for easy accessibility</a:t>
            </a:r>
            <a:b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Suitable for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academic research and preliminary clinical decision support</a:t>
            </a:r>
            <a:endParaRPr sz="24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50000"/>
              </a:lnSpc>
              <a:spcBef>
                <a:spcPts val="1200"/>
              </a:spcBef>
              <a:spcAft>
                <a:spcPts val="0"/>
              </a:spcAft>
              <a:buSzPts val="1440"/>
              <a:buNone/>
            </a:pPr>
            <a:endParaRPr sz="36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76" name="Shape 176"/>
        <p:cNvGrpSpPr/>
        <p:nvPr/>
      </p:nvGrpSpPr>
      <p:grpSpPr>
        <a:xfrm>
          <a:off x="0" y="0"/>
          <a:ext cx="0" cy="0"/>
          <a:chOff x="0" y="0"/>
          <a:chExt cx="0" cy="0"/>
        </a:xfrm>
      </p:grpSpPr>
      <p:sp>
        <p:nvSpPr>
          <p:cNvPr id="177" name="Google Shape;177;p6"/>
          <p:cNvSpPr txBox="1"/>
          <p:nvPr>
            <p:ph type="title"/>
          </p:nvPr>
        </p:nvSpPr>
        <p:spPr>
          <a:xfrm>
            <a:off x="605475" y="420125"/>
            <a:ext cx="6648000" cy="11739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36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                             </a:t>
            </a:r>
            <a:r>
              <a:rPr lang="en-US" sz="5400">
                <a:latin typeface="Times New Roman" panose="02020603050405020304"/>
                <a:ea typeface="Times New Roman" panose="02020603050405020304"/>
                <a:cs typeface="Times New Roman" panose="02020603050405020304"/>
                <a:sym typeface="Times New Roman" panose="02020603050405020304"/>
              </a:rPr>
              <a:t>Purpose</a:t>
            </a:r>
            <a:endParaRPr lang="en-US"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178" name="Google Shape;178;p6"/>
          <p:cNvSpPr txBox="1"/>
          <p:nvPr/>
        </p:nvSpPr>
        <p:spPr>
          <a:xfrm>
            <a:off x="902050" y="1495175"/>
            <a:ext cx="7966200" cy="48702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2700">
                <a:solidFill>
                  <a:schemeClr val="lt1"/>
                </a:solidFill>
                <a:latin typeface="Times New Roman" panose="02020603050405020304"/>
                <a:ea typeface="Times New Roman" panose="02020603050405020304"/>
                <a:cs typeface="Times New Roman" panose="02020603050405020304"/>
                <a:sym typeface="Times New Roman" panose="02020603050405020304"/>
              </a:rPr>
              <a:t>The purpose of this project is to </a:t>
            </a:r>
            <a:r>
              <a:rPr lang="en-US" sz="2700" b="1">
                <a:solidFill>
                  <a:schemeClr val="lt1"/>
                </a:solidFill>
                <a:latin typeface="Times New Roman" panose="02020603050405020304"/>
                <a:ea typeface="Times New Roman" panose="02020603050405020304"/>
                <a:cs typeface="Times New Roman" panose="02020603050405020304"/>
                <a:sym typeface="Times New Roman" panose="02020603050405020304"/>
              </a:rPr>
              <a:t>develop an AI-based system for early assessment of heart disease risk</a:t>
            </a:r>
            <a:r>
              <a:rPr lang="en-US" sz="2700">
                <a:solidFill>
                  <a:schemeClr val="lt1"/>
                </a:solidFill>
                <a:latin typeface="Times New Roman" panose="02020603050405020304"/>
                <a:ea typeface="Times New Roman" panose="02020603050405020304"/>
                <a:cs typeface="Times New Roman" panose="02020603050405020304"/>
                <a:sym typeface="Times New Roman" panose="02020603050405020304"/>
              </a:rPr>
              <a:t> using machine learning techniques.</a:t>
            </a:r>
            <a:endParaRPr sz="27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2700">
                <a:solidFill>
                  <a:schemeClr val="lt1"/>
                </a:solidFill>
                <a:latin typeface="Times New Roman" panose="02020603050405020304"/>
                <a:ea typeface="Times New Roman" panose="02020603050405020304"/>
                <a:cs typeface="Times New Roman" panose="02020603050405020304"/>
                <a:sym typeface="Times New Roman" panose="02020603050405020304"/>
              </a:rPr>
              <a:t> By applying the </a:t>
            </a:r>
            <a:r>
              <a:rPr lang="en-US" sz="27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Random Forest algorithm</a:t>
            </a:r>
            <a:r>
              <a:rPr lang="en-US" sz="2700">
                <a:solidFill>
                  <a:schemeClr val="accent1"/>
                </a:solidFill>
                <a:latin typeface="Times New Roman" panose="02020603050405020304"/>
                <a:ea typeface="Times New Roman" panose="02020603050405020304"/>
                <a:cs typeface="Times New Roman" panose="02020603050405020304"/>
                <a:sym typeface="Times New Roman" panose="02020603050405020304"/>
              </a:rPr>
              <a:t> </a:t>
            </a:r>
            <a:r>
              <a:rPr lang="en-US" sz="2700">
                <a:solidFill>
                  <a:schemeClr val="lt1"/>
                </a:solidFill>
                <a:latin typeface="Times New Roman" panose="02020603050405020304"/>
                <a:ea typeface="Times New Roman" panose="02020603050405020304"/>
                <a:cs typeface="Times New Roman" panose="02020603050405020304"/>
                <a:sym typeface="Times New Roman" panose="02020603050405020304"/>
              </a:rPr>
              <a:t>to patient medical data, the system aims to provide </a:t>
            </a:r>
            <a:r>
              <a:rPr lang="en-US" sz="2700" b="1">
                <a:solidFill>
                  <a:schemeClr val="lt1"/>
                </a:solidFill>
                <a:latin typeface="Times New Roman" panose="02020603050405020304"/>
                <a:ea typeface="Times New Roman" panose="02020603050405020304"/>
                <a:cs typeface="Times New Roman" panose="02020603050405020304"/>
                <a:sym typeface="Times New Roman" panose="02020603050405020304"/>
              </a:rPr>
              <a:t>accurate, reliable, and timely predictions</a:t>
            </a:r>
            <a:r>
              <a:rPr lang="en-US" sz="2700">
                <a:solidFill>
                  <a:schemeClr val="lt1"/>
                </a:solidFill>
                <a:latin typeface="Times New Roman" panose="02020603050405020304"/>
                <a:ea typeface="Times New Roman" panose="02020603050405020304"/>
                <a:cs typeface="Times New Roman" panose="02020603050405020304"/>
                <a:sym typeface="Times New Roman" panose="02020603050405020304"/>
              </a:rPr>
              <a:t>, helping reduce manual diagnostic effort and supporting informed clinical decision-making.</a:t>
            </a:r>
            <a:endParaRPr sz="27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just" rtl="0">
              <a:lnSpc>
                <a:spcPct val="150000"/>
              </a:lnSpc>
              <a:spcBef>
                <a:spcPts val="1200"/>
              </a:spcBef>
              <a:spcAft>
                <a:spcPts val="0"/>
              </a:spcAft>
              <a:buClr>
                <a:srgbClr val="000000"/>
              </a:buClr>
              <a:buSzPts val="2600"/>
              <a:buFont typeface="Arial" panose="020B0604020202020204"/>
              <a:buNone/>
            </a:pPr>
            <a:endParaRPr sz="4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82" name="Shape 182"/>
        <p:cNvGrpSpPr/>
        <p:nvPr/>
      </p:nvGrpSpPr>
      <p:grpSpPr>
        <a:xfrm>
          <a:off x="0" y="0"/>
          <a:ext cx="0" cy="0"/>
          <a:chOff x="0" y="0"/>
          <a:chExt cx="0" cy="0"/>
        </a:xfrm>
      </p:grpSpPr>
      <p:sp>
        <p:nvSpPr>
          <p:cNvPr id="183" name="Google Shape;183;p7"/>
          <p:cNvSpPr txBox="1"/>
          <p:nvPr>
            <p:ph type="ctrTitle"/>
          </p:nvPr>
        </p:nvSpPr>
        <p:spPr>
          <a:xfrm>
            <a:off x="1865875" y="444850"/>
            <a:ext cx="6770100" cy="9885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accent1"/>
              </a:buClr>
              <a:buSzPts val="5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Objective of the Study</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184" name="Google Shape;184;p7"/>
          <p:cNvSpPr txBox="1"/>
          <p:nvPr>
            <p:ph type="subTitle" idx="1"/>
          </p:nvPr>
        </p:nvSpPr>
        <p:spPr>
          <a:xfrm>
            <a:off x="1112100" y="1754650"/>
            <a:ext cx="8365500" cy="4122000"/>
          </a:xfrm>
          <a:prstGeom prst="rect">
            <a:avLst/>
          </a:prstGeom>
          <a:noFill/>
          <a:ln>
            <a:noFill/>
          </a:ln>
        </p:spPr>
        <p:txBody>
          <a:bodyPr spcFirstLastPara="1" wrap="square" lIns="91425" tIns="45700" rIns="91425" bIns="45700" anchor="ctr" anchorCtr="0">
            <a:sp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To design and develop an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automated meeting summarization system</a:t>
            </a:r>
            <a:b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To convert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speech data into accurate textual transcripts</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using deep learning models</a:t>
            </a:r>
            <a:b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To generate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meaningful abstractive summaries</a:t>
            </a: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from meeting content</a:t>
            </a:r>
            <a:b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To extract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key points, action items, decisions, and deadlines</a:t>
            </a:r>
            <a:b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400">
                <a:solidFill>
                  <a:schemeClr val="lt1"/>
                </a:solidFill>
                <a:latin typeface="Times New Roman" panose="02020603050405020304"/>
                <a:ea typeface="Times New Roman" panose="02020603050405020304"/>
                <a:cs typeface="Times New Roman" panose="02020603050405020304"/>
                <a:sym typeface="Times New Roman" panose="02020603050405020304"/>
              </a:rPr>
              <a:t> • To deploy the system as a </a:t>
            </a:r>
            <a:r>
              <a:rPr lang="en-US" sz="2400" b="1">
                <a:solidFill>
                  <a:schemeClr val="lt1"/>
                </a:solidFill>
                <a:latin typeface="Times New Roman" panose="02020603050405020304"/>
                <a:ea typeface="Times New Roman" panose="02020603050405020304"/>
                <a:cs typeface="Times New Roman" panose="02020603050405020304"/>
                <a:sym typeface="Times New Roman" panose="02020603050405020304"/>
              </a:rPr>
              <a:t>user-friendly web-based application</a:t>
            </a:r>
            <a:endParaRPr sz="24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50000"/>
              </a:lnSpc>
              <a:spcBef>
                <a:spcPts val="1200"/>
              </a:spcBef>
              <a:spcAft>
                <a:spcPts val="0"/>
              </a:spcAft>
              <a:buSzPts val="1440"/>
              <a:buNone/>
            </a:pPr>
            <a:endParaRPr sz="31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88" name="Shape 188"/>
        <p:cNvGrpSpPr/>
        <p:nvPr/>
      </p:nvGrpSpPr>
      <p:grpSpPr>
        <a:xfrm>
          <a:off x="0" y="0"/>
          <a:ext cx="0" cy="0"/>
          <a:chOff x="0" y="0"/>
          <a:chExt cx="0" cy="0"/>
        </a:xfrm>
      </p:grpSpPr>
      <p:graphicFrame>
        <p:nvGraphicFramePr>
          <p:cNvPr id="189" name="Google Shape;189;p8"/>
          <p:cNvGraphicFramePr/>
          <p:nvPr/>
        </p:nvGraphicFramePr>
        <p:xfrm>
          <a:off x="0" y="0"/>
          <a:ext cx="12192000" cy="6858000"/>
        </p:xfrm>
        <a:graphic>
          <a:graphicData uri="http://schemas.openxmlformats.org/drawingml/2006/table">
            <a:tbl>
              <a:tblPr firstRow="1" bandRow="1">
                <a:noFill/>
                <a:tableStyleId>{8894423B-32BA-47F8-9C97-3EF4F4EF7D82}</a:tableStyleId>
              </a:tblPr>
              <a:tblGrid>
                <a:gridCol w="1398275"/>
                <a:gridCol w="1988125"/>
                <a:gridCol w="1785225"/>
                <a:gridCol w="3331125"/>
                <a:gridCol w="2043175"/>
                <a:gridCol w="1646075"/>
              </a:tblGrid>
              <a:tr h="1371600">
                <a:tc>
                  <a:txBody>
                    <a:bodyPr/>
                    <a:lstStyle/>
                    <a:p>
                      <a:pPr marL="0" marR="0" lvl="0" indent="0" algn="l" rtl="0">
                        <a:lnSpc>
                          <a:spcPct val="100000"/>
                        </a:lnSpc>
                        <a:spcBef>
                          <a:spcPts val="0"/>
                        </a:spcBef>
                        <a:spcAft>
                          <a:spcPts val="0"/>
                        </a:spcAft>
                        <a:buClr>
                          <a:srgbClr val="000000"/>
                        </a:buClr>
                        <a:buSzPts val="2200"/>
                        <a:buFont typeface="Arial" panose="020B0604020202020204"/>
                        <a:buNone/>
                      </a:pPr>
                      <a:r>
                        <a:rPr lang="en-US" sz="2200" u="none" strike="noStrike" cap="none"/>
                        <a:t>      AUTHOR</a:t>
                      </a:r>
                      <a:endParaRPr sz="2200" u="none" strike="noStrike" cap="none"/>
                    </a:p>
                  </a:txBody>
                  <a:tcPr marL="91450" marR="91450" marT="45725" marB="45725">
                    <a:lnB w="38100"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400"/>
                        <a:buFont typeface="Arial" panose="020B0604020202020204"/>
                        <a:buNone/>
                      </a:pPr>
                      <a:endParaRPr sz="2400"/>
                    </a:p>
                    <a:p>
                      <a:pPr marL="0" marR="0" lvl="0" indent="0" algn="l" rtl="0">
                        <a:lnSpc>
                          <a:spcPct val="100000"/>
                        </a:lnSpc>
                        <a:spcBef>
                          <a:spcPts val="0"/>
                        </a:spcBef>
                        <a:spcAft>
                          <a:spcPts val="0"/>
                        </a:spcAft>
                        <a:buClr>
                          <a:srgbClr val="000000"/>
                        </a:buClr>
                        <a:buSzPts val="2400"/>
                        <a:buFont typeface="Arial" panose="020B0604020202020204"/>
                        <a:buNone/>
                      </a:pPr>
                      <a:r>
                        <a:rPr lang="en-US" sz="2400"/>
                        <a:t>TITLE</a:t>
                      </a:r>
                      <a:endParaRPr sz="2400" u="none" strike="noStrike" cap="none"/>
                    </a:p>
                  </a:txBody>
                  <a:tcPr marL="91450" marR="91450" marT="45725" marB="45725">
                    <a:lnB w="38100"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200"/>
                        <a:buFont typeface="Arial" panose="020B0604020202020204"/>
                        <a:buNone/>
                      </a:pPr>
                      <a:r>
                        <a:rPr lang="en-US" sz="2200" u="none" strike="noStrike" cap="none"/>
                        <a:t> </a:t>
                      </a:r>
                      <a:r>
                        <a:rPr lang="en-US" sz="2200"/>
                        <a:t>ALGORITHM</a:t>
                      </a:r>
                      <a:endParaRPr sz="2200" u="none" strike="noStrike" cap="none"/>
                    </a:p>
                  </a:txBody>
                  <a:tcPr marL="91450" marR="91450" marT="45725" marB="45725">
                    <a:lnB w="38100"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endParaRPr sz="2300"/>
                    </a:p>
                    <a:p>
                      <a:pPr marL="0" marR="0" lvl="0" indent="0" algn="l" rtl="0">
                        <a:lnSpc>
                          <a:spcPct val="100000"/>
                        </a:lnSpc>
                        <a:spcBef>
                          <a:spcPts val="0"/>
                        </a:spcBef>
                        <a:spcAft>
                          <a:spcPts val="0"/>
                        </a:spcAft>
                        <a:buNone/>
                      </a:pPr>
                      <a:r>
                        <a:rPr lang="en-US" sz="2300"/>
                        <a:t>   METHODOLOGY</a:t>
                      </a:r>
                      <a:endParaRPr sz="2300"/>
                    </a:p>
                  </a:txBody>
                  <a:tcPr marL="91450" marR="91450" marT="45725" marB="45725">
                    <a:lnB w="38100"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300"/>
                        <a:buFont typeface="Arial" panose="020B0604020202020204"/>
                        <a:buNone/>
                      </a:pPr>
                      <a:r>
                        <a:rPr lang="en-US" sz="2300"/>
                        <a:t>  </a:t>
                      </a:r>
                      <a:endParaRPr sz="2300"/>
                    </a:p>
                    <a:p>
                      <a:pPr marL="0" marR="0" lvl="0" indent="0" algn="l" rtl="0">
                        <a:lnSpc>
                          <a:spcPct val="100000"/>
                        </a:lnSpc>
                        <a:spcBef>
                          <a:spcPts val="0"/>
                        </a:spcBef>
                        <a:spcAft>
                          <a:spcPts val="0"/>
                        </a:spcAft>
                        <a:buClr>
                          <a:srgbClr val="000000"/>
                        </a:buClr>
                        <a:buSzPts val="2300"/>
                        <a:buFont typeface="Arial" panose="020B0604020202020204"/>
                        <a:buNone/>
                      </a:pPr>
                      <a:r>
                        <a:rPr lang="en-US" sz="2300"/>
                        <a:t>  DATASET</a:t>
                      </a:r>
                      <a:endParaRPr sz="2300" u="none" strike="noStrike" cap="none"/>
                    </a:p>
                  </a:txBody>
                  <a:tcPr marL="91450" marR="91450" marT="45725" marB="45725">
                    <a:lnB w="38100" cap="flat" cmpd="sng">
                      <a:solidFill>
                        <a:schemeClr val="accent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2100"/>
                        <a:buFont typeface="Arial" panose="020B0604020202020204"/>
                        <a:buNone/>
                      </a:pPr>
                      <a:r>
                        <a:rPr lang="en-US" sz="2100"/>
                        <a:t>  ACCURACY</a:t>
                      </a:r>
                      <a:endParaRPr sz="2100" u="none" strike="noStrike" cap="none"/>
                    </a:p>
                  </a:txBody>
                  <a:tcPr marL="91450" marR="91450" marT="45725" marB="45725">
                    <a:lnB w="38100" cap="flat" cmpd="sng">
                      <a:solidFill>
                        <a:schemeClr val="accent1"/>
                      </a:solidFill>
                      <a:prstDash val="solid"/>
                      <a:round/>
                      <a:headEnd type="none" w="sm" len="sm"/>
                      <a:tailEnd type="none" w="sm" len="sm"/>
                    </a:lnB>
                  </a:tcPr>
                </a:tc>
              </a:tr>
              <a:tr h="1371600">
                <a:tc>
                  <a:txBody>
                    <a:bodyPr/>
                    <a:lstStyle/>
                    <a:p>
                      <a:pPr marL="0" marR="0" lvl="0" indent="0" algn="l" rtl="0">
                        <a:spcBef>
                          <a:spcPts val="0"/>
                        </a:spcBef>
                        <a:spcAft>
                          <a:spcPts val="0"/>
                        </a:spcAft>
                        <a:buNone/>
                      </a:pPr>
                      <a:r>
                        <a:rPr lang="en-US" sz="1800"/>
                        <a:t>Cleveland et al.</a:t>
                      </a:r>
                      <a:endParaRPr lang="en-US" sz="1800"/>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381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Heart Disease Prediction Using Logistic Regression on UCI Dataset</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381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Logistic Regression</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381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800"/>
                        <a:t>Used the UCI Heart Disease dataset with basic clinical attributes. Logistic Regression was applied after preprocessing to classify patients as healthy or diseased.</a:t>
                      </a:r>
                      <a:endParaRPr sz="1800"/>
                    </a:p>
                    <a:p>
                      <a:pPr marL="0" marR="0" lvl="0" indent="0" algn="l" rtl="0">
                        <a:lnSpc>
                          <a:spcPct val="100000"/>
                        </a:lnSpc>
                        <a:spcBef>
                          <a:spcPts val="1200"/>
                        </a:spcBef>
                        <a:spcAft>
                          <a:spcPts val="0"/>
                        </a:spcAft>
                        <a:buNone/>
                      </a:pPr>
                      <a:endParaRPr sz="1800"/>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381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UCI Heart Dataset</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381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~77%</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381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r>
              <a:tr h="1371600">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Patel et al.</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Support Vector Machine–Based Heart Disease Risk Assessment Using Clinical Records</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SVM</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800"/>
                        <a:t>Clinical patient records were normalized and analyzed using Support Vector Machine (SVM) to separate heart disease risk classes.</a:t>
                      </a:r>
                      <a:endParaRPr sz="1800"/>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Clinical Records</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81%</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r>
              <a:tr h="1371600">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Kumar et al.</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Decision Tree Model for Heart Disease Diagnosis Using Hospital Data</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Decision Trees</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800"/>
                        <a:t>Hospital data was processed and classified using Decision Tree algorithms, generating rule-based decisions for heart disease prediction.</a:t>
                      </a:r>
                      <a:endParaRPr sz="1800"/>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Hospital Data</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83%</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r>
              <a:tr h="1371600">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Sharma et al.</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Neural Network–Based Heart Disease Prediction Using ECG and Clinical Features</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Neural Networks</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None/>
                      </a:pPr>
                      <a:r>
                        <a:rPr lang="en-US" sz="1800"/>
                        <a:t>ECG signals combined with clinical features were trained using a Neural Network model to learn complex patterns for heart disease prediction.</a:t>
                      </a:r>
                      <a:endParaRPr sz="1800"/>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ECG + Clinical</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Font typeface="Arial" panose="020B0604020202020204"/>
                        <a:buNone/>
                      </a:pPr>
                      <a:r>
                        <a:rPr lang="en-US" sz="1800"/>
                        <a:t>85%</a:t>
                      </a:r>
                      <a:endParaRPr sz="1800" u="none" strike="noStrike" cap="none"/>
                    </a:p>
                  </a:txBody>
                  <a:tcPr marL="91450" marR="91450" marT="45725" marB="45725" anchor="ctr">
                    <a:lnL w="12700" cap="flat" cmpd="sng">
                      <a:solidFill>
                        <a:schemeClr val="accent1"/>
                      </a:solidFill>
                      <a:prstDash val="solid"/>
                      <a:round/>
                      <a:headEnd type="none" w="sm" len="sm"/>
                      <a:tailEnd type="none" w="sm" len="sm"/>
                    </a:lnL>
                    <a:lnR w="12700" cap="flat" cmpd="sng">
                      <a:solidFill>
                        <a:schemeClr val="accent1"/>
                      </a:solidFill>
                      <a:prstDash val="solid"/>
                      <a:round/>
                      <a:headEnd type="none" w="sm" len="sm"/>
                      <a:tailEnd type="none" w="sm" len="sm"/>
                    </a:lnR>
                    <a:lnT w="12700" cap="flat" cmpd="sng">
                      <a:solidFill>
                        <a:schemeClr val="accent1"/>
                      </a:solidFill>
                      <a:prstDash val="solid"/>
                      <a:round/>
                      <a:headEnd type="none" w="sm" len="sm"/>
                      <a:tailEnd type="none" w="sm" len="sm"/>
                    </a:lnT>
                    <a:lnB w="12700" cap="flat" cmpd="sng">
                      <a:solidFill>
                        <a:schemeClr val="accent1"/>
                      </a:solidFill>
                      <a:prstDash val="solid"/>
                      <a:round/>
                      <a:headEnd type="none" w="sm" len="sm"/>
                      <a:tailEnd type="none" w="sm" len="sm"/>
                    </a:lnB>
                    <a:solidFill>
                      <a:schemeClr val="lt1"/>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2" name="Table 1"/>
          <p:cNvGraphicFramePr/>
          <p:nvPr>
            <p:custDataLst>
              <p:tags r:id="rId1"/>
            </p:custDataLst>
          </p:nvPr>
        </p:nvGraphicFramePr>
        <p:xfrm>
          <a:off x="-24765" y="-27305"/>
          <a:ext cx="12223750" cy="10866120"/>
        </p:xfrm>
        <a:graphic>
          <a:graphicData uri="http://schemas.openxmlformats.org/drawingml/2006/table">
            <a:tbl>
              <a:tblPr firstRow="1" bandRow="1">
                <a:tableStyleId>{5C22544A-7EE6-4342-B048-85BDC9FD1C3A}</a:tableStyleId>
              </a:tblPr>
              <a:tblGrid>
                <a:gridCol w="2111375"/>
                <a:gridCol w="2211705"/>
                <a:gridCol w="1447800"/>
                <a:gridCol w="3084195"/>
                <a:gridCol w="1838960"/>
                <a:gridCol w="1529715"/>
              </a:tblGrid>
              <a:tr h="1173480">
                <a:tc>
                  <a:txBody>
                    <a:bodyPr/>
                    <a:p>
                      <a:pPr marL="0" marR="0" lvl="0" indent="0" algn="ctr" rtl="0">
                        <a:lnSpc>
                          <a:spcPct val="100000"/>
                        </a:lnSpc>
                        <a:spcBef>
                          <a:spcPts val="0"/>
                        </a:spcBef>
                        <a:spcAft>
                          <a:spcPts val="0"/>
                        </a:spcAft>
                        <a:buClr>
                          <a:srgbClr val="000000"/>
                        </a:buClr>
                        <a:buSzPts val="2200"/>
                        <a:buFont typeface="Arial" panose="020B0604020202020204"/>
                        <a:buNone/>
                      </a:pPr>
                      <a:r>
                        <a:rPr lang="en-US" sz="2200" u="none" strike="noStrike" cap="none"/>
                        <a:t> AUTHOR</a:t>
                      </a:r>
                      <a:endParaRPr sz="2200" u="none" strike="noStrike" cap="none"/>
                    </a:p>
                  </a:txBody>
                  <a:tcPr marL="91450" marR="91450" marT="45725" marB="45725" anchor="ctr" anchorCtr="0"/>
                </a:tc>
                <a:tc>
                  <a:txBody>
                    <a:bodyPr/>
                    <a:p>
                      <a:pPr marL="0" marR="0" lvl="0" indent="0" algn="l" rtl="0">
                        <a:lnSpc>
                          <a:spcPct val="100000"/>
                        </a:lnSpc>
                        <a:spcBef>
                          <a:spcPts val="0"/>
                        </a:spcBef>
                        <a:spcAft>
                          <a:spcPts val="0"/>
                        </a:spcAft>
                        <a:buClr>
                          <a:srgbClr val="000000"/>
                        </a:buClr>
                        <a:buSzPts val="2400"/>
                        <a:buFont typeface="Arial" panose="020B0604020202020204"/>
                        <a:buNone/>
                      </a:pPr>
                      <a:r>
                        <a:rPr lang="en-IN" altLang="en-US" sz="2400"/>
                        <a:t>    </a:t>
                      </a:r>
                      <a:r>
                        <a:rPr lang="en-US" sz="2400"/>
                        <a:t>TITLE</a:t>
                      </a:r>
                      <a:endParaRPr sz="2400" u="none" strike="noStrike" cap="none"/>
                    </a:p>
                  </a:txBody>
                  <a:tcPr marL="91450" marR="91450" marT="45725" marB="45725" anchor="ctr" anchorCtr="0"/>
                </a:tc>
                <a:tc>
                  <a:txBody>
                    <a:bodyPr/>
                    <a:p>
                      <a:pPr marL="0" marR="0" lvl="0" indent="0" algn="l" rtl="0">
                        <a:lnSpc>
                          <a:spcPct val="100000"/>
                        </a:lnSpc>
                        <a:spcBef>
                          <a:spcPts val="0"/>
                        </a:spcBef>
                        <a:spcAft>
                          <a:spcPts val="0"/>
                        </a:spcAft>
                        <a:buClr>
                          <a:srgbClr val="000000"/>
                        </a:buClr>
                        <a:buSzPts val="2200"/>
                        <a:buFont typeface="Arial" panose="020B0604020202020204"/>
                        <a:buNone/>
                      </a:pPr>
                      <a:r>
                        <a:rPr lang="en-US" sz="2200" u="none" strike="noStrike" cap="none"/>
                        <a:t> </a:t>
                      </a:r>
                      <a:r>
                        <a:rPr lang="en-US" sz="2200"/>
                        <a:t>ALGORITHM</a:t>
                      </a:r>
                      <a:endParaRPr sz="2200" u="none" strike="noStrike" cap="none"/>
                    </a:p>
                  </a:txBody>
                  <a:tcPr marL="91450" marR="91450" marT="45725" marB="45725" anchor="ctr" anchorCtr="0"/>
                </a:tc>
                <a:tc>
                  <a:txBody>
                    <a:bodyPr/>
                    <a:p>
                      <a:pPr marL="0" marR="0" lvl="0" indent="0" algn="l" rtl="0">
                        <a:lnSpc>
                          <a:spcPct val="100000"/>
                        </a:lnSpc>
                        <a:spcBef>
                          <a:spcPts val="0"/>
                        </a:spcBef>
                        <a:spcAft>
                          <a:spcPts val="0"/>
                        </a:spcAft>
                        <a:buNone/>
                      </a:pPr>
                      <a:r>
                        <a:rPr lang="en-IN" altLang="en-US" sz="2300"/>
                        <a:t>   </a:t>
                      </a:r>
                      <a:r>
                        <a:rPr lang="en-US" sz="2300"/>
                        <a:t>METHODOLOGY</a:t>
                      </a:r>
                      <a:endParaRPr sz="2300"/>
                    </a:p>
                  </a:txBody>
                  <a:tcPr marL="91450" marR="91450" marT="45725" marB="45725" anchor="ctr" anchorCtr="0"/>
                </a:tc>
                <a:tc>
                  <a:txBody>
                    <a:bodyPr/>
                    <a:p>
                      <a:pPr marL="0" marR="0" lvl="0" indent="0" algn="l" rtl="0">
                        <a:lnSpc>
                          <a:spcPct val="100000"/>
                        </a:lnSpc>
                        <a:spcBef>
                          <a:spcPts val="0"/>
                        </a:spcBef>
                        <a:spcAft>
                          <a:spcPts val="0"/>
                        </a:spcAft>
                        <a:buClr>
                          <a:srgbClr val="000000"/>
                        </a:buClr>
                        <a:buSzPts val="2300"/>
                        <a:buFont typeface="Arial" panose="020B0604020202020204"/>
                        <a:buNone/>
                      </a:pPr>
                      <a:r>
                        <a:rPr lang="en-US" sz="2300"/>
                        <a:t>  DATASET</a:t>
                      </a:r>
                      <a:endParaRPr sz="2300" u="none" strike="noStrike" cap="none"/>
                    </a:p>
                  </a:txBody>
                  <a:tcPr marL="91450" marR="91450" marT="45725" marB="45725" anchor="ctr" anchorCtr="0"/>
                </a:tc>
                <a:tc>
                  <a:txBody>
                    <a:bodyPr/>
                    <a:p>
                      <a:pPr marL="0" marR="0" lvl="0" indent="0" algn="l" rtl="0">
                        <a:lnSpc>
                          <a:spcPct val="100000"/>
                        </a:lnSpc>
                        <a:spcBef>
                          <a:spcPts val="0"/>
                        </a:spcBef>
                        <a:spcAft>
                          <a:spcPts val="0"/>
                        </a:spcAft>
                        <a:buClr>
                          <a:srgbClr val="000000"/>
                        </a:buClr>
                        <a:buSzPts val="2100"/>
                        <a:buFont typeface="Arial" panose="020B0604020202020204"/>
                        <a:buNone/>
                      </a:pPr>
                      <a:r>
                        <a:rPr lang="en-US" sz="2100"/>
                        <a:t>  ACCURACY</a:t>
                      </a:r>
                      <a:endParaRPr sz="2100" u="none" strike="noStrike" cap="none"/>
                    </a:p>
                  </a:txBody>
                  <a:tcPr marL="91450" marR="91450" marT="45725" marB="45725" anchor="ctr" anchorCtr="0"/>
                </a:tc>
              </a:tr>
              <a:tr h="2560320">
                <a:tc>
                  <a:txBody>
                    <a:bodyPr/>
                    <a:p>
                      <a:pPr marL="0" marR="0" lvl="0" indent="0" algn="l" rtl="0">
                        <a:lnSpc>
                          <a:spcPct val="100000"/>
                        </a:lnSpc>
                        <a:spcBef>
                          <a:spcPts val="0"/>
                        </a:spcBef>
                        <a:spcAft>
                          <a:spcPts val="0"/>
                        </a:spcAft>
                        <a:buClr>
                          <a:srgbClr val="000000"/>
                        </a:buClr>
                        <a:buFont typeface="Arial" panose="020B0604020202020204"/>
                        <a:buNone/>
                      </a:pPr>
                      <a:r>
                        <a:rPr lang="en-IN" sz="1800" u="none" strike="noStrike" cap="none" dirty="0"/>
                        <a:t>Jaswanth Narayana et al.</a:t>
                      </a:r>
                      <a:endParaRPr lang="en-IN"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HEART DISEASE PREDICTION SYSTEM USING MACHINE LEARNING</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u="none" strike="noStrike" cap="none" dirty="0"/>
                        <a:t>KNN</a:t>
                      </a:r>
                      <a:endParaRPr lang="en-IN" sz="1800" u="none" strike="noStrike" cap="none" dirty="0"/>
                    </a:p>
                  </a:txBody>
                  <a:tcPr marL="91450" marR="91450" marT="45725" marB="45725" anchor="ctr"/>
                </a:tc>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800" u="none" strike="noStrike" cap="none" dirty="0"/>
                        <a:t>It begins with data analysis, including checking skewness via distribution plots for attributes like age, sex, and chest pain to understand data asymmetry.</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dirty="0">
                          <a:sym typeface="+mn-ea"/>
                        </a:rPr>
                        <a:t>Public Health Dataset</a:t>
                      </a:r>
                      <a:endParaRPr lang="en-IN" sz="1800" u="none" strike="noStrike" cap="none" dirty="0">
                        <a:sym typeface="+mn-ea"/>
                      </a:endParaRPr>
                    </a:p>
                  </a:txBody>
                  <a:tcPr marL="91450" marR="91450" marT="45725" marB="45725" anchor="ctr"/>
                </a:tc>
                <a:tc>
                  <a:txBody>
                    <a:bodyPr/>
                    <a:p>
                      <a:pPr>
                        <a:buNone/>
                      </a:pPr>
                      <a:endParaRPr lang="en-IN" sz="1800" dirty="0">
                        <a:sym typeface="+mn-ea"/>
                      </a:endParaRPr>
                    </a:p>
                    <a:p>
                      <a:pPr>
                        <a:buNone/>
                      </a:pPr>
                      <a:endParaRPr lang="en-IN" sz="1800" dirty="0">
                        <a:sym typeface="+mn-ea"/>
                      </a:endParaRPr>
                    </a:p>
                    <a:p>
                      <a:pPr>
                        <a:buNone/>
                      </a:pPr>
                      <a:endParaRPr lang="en-IN" sz="1800" dirty="0">
                        <a:sym typeface="+mn-ea"/>
                      </a:endParaRPr>
                    </a:p>
                    <a:p>
                      <a:pPr>
                        <a:buNone/>
                      </a:pPr>
                      <a:endParaRPr lang="en-IN" sz="1800" dirty="0">
                        <a:sym typeface="+mn-ea"/>
                      </a:endParaRPr>
                    </a:p>
                    <a:p>
                      <a:pPr>
                        <a:buNone/>
                      </a:pPr>
                      <a:r>
                        <a:rPr lang="en-IN" sz="1800" dirty="0">
                          <a:sym typeface="+mn-ea"/>
                        </a:rPr>
                        <a:t>84.86%</a:t>
                      </a:r>
                      <a:endParaRPr sz="1800" u="none" strike="noStrike" cap="none" dirty="0"/>
                    </a:p>
                    <a:p>
                      <a:pPr>
                        <a:buNone/>
                      </a:pPr>
                      <a:endParaRPr lang="en-US" sz="1800" dirty="0"/>
                    </a:p>
                    <a:p>
                      <a:pPr>
                        <a:buNone/>
                      </a:pPr>
                      <a:endParaRPr lang="en-US" sz="1800" dirty="0"/>
                    </a:p>
                  </a:txBody>
                  <a:tcPr/>
                </a:tc>
              </a:tr>
              <a:tr h="2560320">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altLang="en-US" sz="1800" dirty="0"/>
                        <a:t>Ahmad</a:t>
                      </a:r>
                      <a:r>
                        <a:rPr lang="" altLang="en-US" sz="1800" dirty="0"/>
                        <a:t> </a:t>
                      </a:r>
                      <a:r>
                        <a:rPr lang="en-US" altLang="en-US" sz="1800" dirty="0"/>
                        <a:t>Shak</a:t>
                      </a:r>
                      <a:r>
                        <a:rPr lang="en-IN" altLang="en-US" sz="1800" dirty="0"/>
                        <a:t>et al</a:t>
                      </a:r>
                      <a:r>
                        <a:rPr lang="en-IN" sz="1800" dirty="0"/>
                        <a:t>.</a:t>
                      </a:r>
                      <a:endParaRPr lang="en-IN" sz="1800"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Machine learning models for</a:t>
                      </a:r>
                      <a:r>
                        <a:rPr lang="" altLang="en-US" sz="1800" u="none" strike="noStrike" cap="none" dirty="0"/>
                        <a:t> </a:t>
                      </a:r>
                      <a:r>
                        <a:rPr lang="en-US" altLang="en-US" sz="1800" u="none" strike="noStrike" cap="none" dirty="0"/>
                        <a:t>prediction of</a:t>
                      </a:r>
                      <a:r>
                        <a:rPr lang="" altLang="en-US" sz="1800" u="none" strike="noStrike" cap="none" dirty="0"/>
                        <a:t> </a:t>
                      </a:r>
                      <a:r>
                        <a:rPr lang="en-US" altLang="en-US" sz="1800" u="none" strike="noStrike" cap="none" dirty="0"/>
                        <a:t>co-occurrence of</a:t>
                      </a:r>
                      <a:r>
                        <a:rPr lang="" altLang="en-US" sz="1800" u="none" strike="noStrike" cap="none" dirty="0"/>
                        <a:t> </a:t>
                      </a:r>
                      <a:r>
                        <a:rPr lang="en-US" altLang="en-US" sz="1800" u="none" strike="noStrike" cap="none" dirty="0"/>
                        <a:t>diabetes </a:t>
                      </a:r>
                      <a:endParaRPr lang="en-US" altLang="en-US" sz="1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and</a:t>
                      </a:r>
                      <a:r>
                        <a:rPr lang="" altLang="en-US" sz="1800" u="none" strike="noStrike" cap="none" dirty="0"/>
                        <a:t> </a:t>
                      </a:r>
                      <a:r>
                        <a:rPr lang="en-US" altLang="en-US" sz="1800" u="none" strike="noStrike" cap="none" dirty="0"/>
                        <a:t>cardiovascular diseases: a</a:t>
                      </a:r>
                      <a:r>
                        <a:rPr lang="" altLang="en-US" sz="1800" u="none" strike="noStrike" cap="none" dirty="0"/>
                        <a:t> </a:t>
                      </a:r>
                      <a:r>
                        <a:rPr lang="en-US" altLang="en-US" sz="1800" u="none" strike="noStrike" cap="none" dirty="0"/>
                        <a:t>retrospective cohort study</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u="none" strike="noStrike" cap="none" dirty="0"/>
                        <a:t>Logistic Regression</a:t>
                      </a:r>
                      <a:endParaRPr lang="en-IN"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This study used a retrospective cohort design with secondary analysis of DiScRi screening data from a rural health centre in New South Wales, Australia.​</a:t>
                      </a:r>
                      <a:endParaRPr lang="en-US" altLang="en-US" sz="1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Adults aged 40 years and above who volunteered for health checks were enrolled.</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dirty="0">
                          <a:sym typeface="+mn-ea"/>
                        </a:rPr>
                        <a:t>UCI Heart Disease</a:t>
                      </a:r>
                      <a:endParaRPr sz="1800" u="none" strike="noStrike" cap="none" dirty="0"/>
                    </a:p>
                    <a:p>
                      <a:pPr marL="0" marR="0" lvl="0" indent="0" algn="l" rtl="0">
                        <a:lnSpc>
                          <a:spcPct val="100000"/>
                        </a:lnSpc>
                        <a:spcBef>
                          <a:spcPts val="0"/>
                        </a:spcBef>
                        <a:spcAft>
                          <a:spcPts val="0"/>
                        </a:spcAft>
                        <a:buClr>
                          <a:srgbClr val="000000"/>
                        </a:buClr>
                        <a:buFont typeface="Arial" panose="020B0604020202020204"/>
                        <a:buNone/>
                      </a:pPr>
                      <a:endParaRPr sz="1800" u="none" strike="noStrike" cap="none" dirty="0"/>
                    </a:p>
                  </a:txBody>
                  <a:tcPr marL="91450" marR="91450" marT="45725" marB="45725" anchor="ctr"/>
                </a:tc>
                <a:tc>
                  <a:txBody>
                    <a:bodyPr/>
                    <a:p>
                      <a:pPr>
                        <a:buNone/>
                      </a:pPr>
                      <a:endParaRPr lang="en-US" sz="1800" dirty="0">
                        <a:sym typeface="+mn-ea"/>
                      </a:endParaRPr>
                    </a:p>
                    <a:p>
                      <a:pPr>
                        <a:buNone/>
                      </a:pPr>
                      <a:endParaRPr lang="en-US" sz="1800" dirty="0">
                        <a:sym typeface="+mn-ea"/>
                      </a:endParaRPr>
                    </a:p>
                    <a:p>
                      <a:pPr>
                        <a:buNone/>
                      </a:pPr>
                      <a:endParaRPr lang="en-US" sz="1800" dirty="0">
                        <a:sym typeface="+mn-ea"/>
                      </a:endParaRPr>
                    </a:p>
                    <a:p>
                      <a:pPr>
                        <a:buNone/>
                      </a:pPr>
                      <a:endParaRPr lang="en-US" sz="1800" dirty="0">
                        <a:sym typeface="+mn-ea"/>
                      </a:endParaRPr>
                    </a:p>
                    <a:p>
                      <a:pPr>
                        <a:buNone/>
                      </a:pPr>
                      <a:r>
                        <a:rPr lang="en-US" sz="1800" dirty="0">
                          <a:sym typeface="+mn-ea"/>
                        </a:rPr>
                        <a:t>94%</a:t>
                      </a:r>
                      <a:endParaRPr sz="1800" u="none" strike="noStrike" cap="none" dirty="0"/>
                    </a:p>
                    <a:p>
                      <a:pPr>
                        <a:buNone/>
                      </a:pPr>
                      <a:endParaRPr lang="en-US" sz="1800" dirty="0"/>
                    </a:p>
                  </a:txBody>
                  <a:tcPr/>
                </a:tc>
              </a:tr>
              <a:tr h="2560320">
                <a:tc>
                  <a:txBody>
                    <a:bodyPr/>
                    <a:p>
                      <a:pPr marL="0" marR="0" lvl="0" indent="0" algn="l" rtl="0">
                        <a:lnSpc>
                          <a:spcPct val="100000"/>
                        </a:lnSpc>
                        <a:spcBef>
                          <a:spcPts val="0"/>
                        </a:spcBef>
                        <a:spcAft>
                          <a:spcPts val="0"/>
                        </a:spcAft>
                        <a:buClr>
                          <a:srgbClr val="000000"/>
                        </a:buClr>
                        <a:buFont typeface="Arial" panose="020B0604020202020204"/>
                        <a:buNone/>
                      </a:pPr>
                      <a:r>
                        <a:rPr lang="en-IN" sz="1800" u="none" strike="noStrike" cap="none" dirty="0"/>
                        <a:t>Adarsh Sharma et al.</a:t>
                      </a:r>
                      <a:endParaRPr lang="en-IN"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Heart Disease Prediction: A Comparative Analysis of </a:t>
                      </a:r>
                      <a:endParaRPr lang="en-US" altLang="en-US" sz="1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Machine Learning Algorithms</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u="none" strike="noStrike" cap="none" dirty="0"/>
                        <a:t>Random Forest</a:t>
                      </a:r>
                      <a:endParaRPr lang="en-IN"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Public heart</a:t>
                      </a:r>
                      <a:r>
                        <a:rPr lang="en-IN" altLang="en-US" sz="1800" u="none" strike="noStrike" cap="none" dirty="0"/>
                        <a:t>-</a:t>
                      </a:r>
                      <a:r>
                        <a:rPr lang="en-US" altLang="en-US" sz="1800" u="none" strike="noStrike" cap="none" dirty="0"/>
                        <a:t>disease datasets were collected and cleaned; missing numerical values were imputed (e.g., mean), categorical values imputed (e.g., </a:t>
                      </a:r>
                      <a:r>
                        <a:rPr lang="en-IN" altLang="en-US" sz="1800" u="none" strike="noStrike" cap="none" dirty="0"/>
                        <a:t>c</a:t>
                      </a:r>
                      <a:r>
                        <a:rPr lang="en-US" altLang="en-US" sz="1800" u="none" strike="noStrike" cap="none" dirty="0"/>
                        <a:t>hi</a:t>
                      </a:r>
                      <a:r>
                        <a:rPr lang="en-IN" altLang="en-US" sz="1800" u="none" strike="noStrike" cap="none" dirty="0"/>
                        <a:t> -</a:t>
                      </a:r>
                      <a:r>
                        <a:rPr lang="en-US" altLang="en-US" sz="1800" u="none" strike="noStrike" cap="none" dirty="0"/>
                        <a:t>square–based strategies), and features normalized or scaled.</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dirty="0">
                          <a:sym typeface="+mn-ea"/>
                        </a:rPr>
                        <a:t>Heart Dataset</a:t>
                      </a:r>
                      <a:endParaRPr sz="1800" u="none" strike="noStrike" cap="none" dirty="0"/>
                    </a:p>
                    <a:p>
                      <a:pPr marL="0" marR="0" lvl="0" indent="0" algn="l" rtl="0">
                        <a:lnSpc>
                          <a:spcPct val="100000"/>
                        </a:lnSpc>
                        <a:spcBef>
                          <a:spcPts val="0"/>
                        </a:spcBef>
                        <a:spcAft>
                          <a:spcPts val="0"/>
                        </a:spcAft>
                        <a:buClr>
                          <a:srgbClr val="000000"/>
                        </a:buClr>
                        <a:buFont typeface="Arial" panose="020B0604020202020204"/>
                        <a:buNone/>
                      </a:pPr>
                      <a:endParaRPr sz="1800" u="none" strike="noStrike" cap="none" dirty="0"/>
                    </a:p>
                  </a:txBody>
                  <a:tcPr marL="91450" marR="91450" marT="45725" marB="45725" anchor="ctr"/>
                </a:tc>
                <a:tc>
                  <a:txBody>
                    <a:bodyPr/>
                    <a:p>
                      <a:pPr>
                        <a:buNone/>
                      </a:pPr>
                      <a:endParaRPr lang="en-US" sz="1800" dirty="0">
                        <a:sym typeface="+mn-ea"/>
                      </a:endParaRPr>
                    </a:p>
                    <a:p>
                      <a:pPr>
                        <a:buNone/>
                      </a:pPr>
                      <a:endParaRPr lang="en-US" sz="1800" dirty="0">
                        <a:sym typeface="+mn-ea"/>
                      </a:endParaRPr>
                    </a:p>
                    <a:p>
                      <a:pPr>
                        <a:buNone/>
                      </a:pPr>
                      <a:endParaRPr lang="en-US" sz="1800" dirty="0">
                        <a:sym typeface="+mn-ea"/>
                      </a:endParaRPr>
                    </a:p>
                    <a:p>
                      <a:pPr>
                        <a:buNone/>
                      </a:pPr>
                      <a:r>
                        <a:rPr lang="en-US" sz="1800" dirty="0">
                          <a:sym typeface="+mn-ea"/>
                        </a:rPr>
                        <a:t>84.96%</a:t>
                      </a:r>
                      <a:endParaRPr sz="1800" u="none" strike="noStrike" cap="none" dirty="0"/>
                    </a:p>
                    <a:p>
                      <a:pPr>
                        <a:buNone/>
                      </a:pPr>
                      <a:endParaRPr lang="en-US" sz="1800" dirty="0"/>
                    </a:p>
                  </a:txBody>
                  <a:tcPr/>
                </a:tc>
              </a:tr>
              <a:tr h="1188720">
                <a:tc>
                  <a:txBody>
                    <a:bodyPr/>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IN" sz="1800" dirty="0"/>
                        <a:t>Ch. Anwar et al.</a:t>
                      </a:r>
                      <a:endParaRPr lang="en-IN" sz="1800"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Effectively Predicting the Presence of Coronary Heart Disease</a:t>
                      </a:r>
                      <a:endParaRPr lang="en-US" altLang="en-US" sz="1800" u="none" strike="noStrike" cap="none" dirty="0"/>
                    </a:p>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Using Machine Learning Classiﬁers</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u="none" strike="noStrike" cap="none" dirty="0"/>
                        <a:t>GBA, MLP</a:t>
                      </a:r>
                      <a:endParaRPr lang="en-IN"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US" altLang="en-US" sz="1800" u="none" strike="noStrike" cap="none" dirty="0"/>
                        <a:t>The study aims to predict the presence of coronary heart disease using multiple machine learning classifiers applied to the UCI Heart Disease dataset.</a:t>
                      </a:r>
                      <a:endParaRPr lang="en-US" altLang="en-US" sz="1800" u="none" strike="noStrike" cap="none" dirty="0"/>
                    </a:p>
                  </a:txBody>
                  <a:tcPr marL="91450" marR="91450" marT="45725" marB="45725" anchor="ctr"/>
                </a:tc>
                <a:tc>
                  <a:txBody>
                    <a:bodyPr/>
                    <a:p>
                      <a:pPr marL="0" marR="0" lvl="0" indent="0" algn="l" rtl="0">
                        <a:lnSpc>
                          <a:spcPct val="100000"/>
                        </a:lnSpc>
                        <a:spcBef>
                          <a:spcPts val="0"/>
                        </a:spcBef>
                        <a:spcAft>
                          <a:spcPts val="0"/>
                        </a:spcAft>
                        <a:buClr>
                          <a:srgbClr val="000000"/>
                        </a:buClr>
                        <a:buFont typeface="Arial" panose="020B0604020202020204"/>
                        <a:buNone/>
                      </a:pPr>
                      <a:r>
                        <a:rPr lang="en-IN" sz="1800" dirty="0">
                          <a:sym typeface="+mn-ea"/>
                        </a:rPr>
                        <a:t>UCI Heart Disease</a:t>
                      </a:r>
                      <a:endParaRPr sz="1800" u="none" strike="noStrike" cap="none" dirty="0"/>
                    </a:p>
                    <a:p>
                      <a:pPr marL="0" marR="0" lvl="0" indent="0" algn="l" rtl="0">
                        <a:lnSpc>
                          <a:spcPct val="100000"/>
                        </a:lnSpc>
                        <a:spcBef>
                          <a:spcPts val="0"/>
                        </a:spcBef>
                        <a:spcAft>
                          <a:spcPts val="0"/>
                        </a:spcAft>
                        <a:buClr>
                          <a:srgbClr val="000000"/>
                        </a:buClr>
                        <a:buFont typeface="Arial" panose="020B0604020202020204"/>
                        <a:buNone/>
                      </a:pPr>
                      <a:endParaRPr sz="1800" u="none" strike="noStrike" cap="none" dirty="0"/>
                    </a:p>
                  </a:txBody>
                  <a:tcPr marL="91450" marR="91450" marT="45725" marB="45725" anchor="ctr"/>
                </a:tc>
                <a:tc>
                  <a:txBody>
                    <a:bodyPr/>
                    <a:p>
                      <a:pPr>
                        <a:buNone/>
                      </a:pPr>
                      <a:endParaRPr lang="en-US" sz="1800" dirty="0">
                        <a:sym typeface="+mn-ea"/>
                      </a:endParaRPr>
                    </a:p>
                    <a:p>
                      <a:pPr>
                        <a:buNone/>
                      </a:pPr>
                      <a:endParaRPr lang="en-US" sz="1800" dirty="0">
                        <a:sym typeface="+mn-ea"/>
                      </a:endParaRPr>
                    </a:p>
                    <a:p>
                      <a:pPr>
                        <a:buNone/>
                      </a:pPr>
                      <a:r>
                        <a:rPr lang="en-US" sz="1800" dirty="0">
                          <a:sym typeface="+mn-ea"/>
                        </a:rPr>
                        <a:t>95%</a:t>
                      </a:r>
                      <a:endParaRPr sz="1800" u="none" strike="noStrike" cap="none" dirty="0"/>
                    </a:p>
                    <a:p>
                      <a:pPr>
                        <a:buNone/>
                      </a:pPr>
                      <a:endParaRPr lang="en-US" sz="1800" dirty="0"/>
                    </a:p>
                  </a:txBody>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93" name="Shape 193"/>
        <p:cNvGrpSpPr/>
        <p:nvPr/>
      </p:nvGrpSpPr>
      <p:grpSpPr>
        <a:xfrm>
          <a:off x="0" y="0"/>
          <a:ext cx="0" cy="0"/>
          <a:chOff x="0" y="0"/>
          <a:chExt cx="0" cy="0"/>
        </a:xfrm>
      </p:grpSpPr>
      <p:sp>
        <p:nvSpPr>
          <p:cNvPr id="194" name="Google Shape;194;p10"/>
          <p:cNvSpPr txBox="1"/>
          <p:nvPr>
            <p:ph type="title"/>
          </p:nvPr>
        </p:nvSpPr>
        <p:spPr>
          <a:xfrm>
            <a:off x="795875" y="241475"/>
            <a:ext cx="8596800" cy="9525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accent1"/>
              </a:buClr>
              <a:buSzPts val="5400"/>
              <a:buFont typeface="Times New Roman" panose="02020603050405020304"/>
              <a:buNone/>
            </a:pPr>
            <a:r>
              <a:rPr lang="en-US" sz="5400">
                <a:latin typeface="Times New Roman" panose="02020603050405020304"/>
                <a:ea typeface="Times New Roman" panose="02020603050405020304"/>
                <a:cs typeface="Times New Roman" panose="02020603050405020304"/>
                <a:sym typeface="Times New Roman" panose="02020603050405020304"/>
              </a:rPr>
              <a:t>          Problem Statement</a:t>
            </a:r>
            <a:endParaRPr lang="en-US"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195" name="Google Shape;195;p10"/>
          <p:cNvSpPr txBox="1"/>
          <p:nvPr/>
        </p:nvSpPr>
        <p:spPr>
          <a:xfrm>
            <a:off x="553475" y="1381800"/>
            <a:ext cx="8958000" cy="47415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Heart disease remains one of the leading causes of death worldwide, and early detection is critical for effective treatment and prevention. </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Traditional diagnosis methods often rely on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manual analysis of medical data</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which can be time-consuming and may not always provide accurate risk assessment. </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Existing automated systems may lack reliability or require complex and expensive infrastructure. Therefore, there is a need for an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accurate, efficient, and cost-effective AI-based system</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that can analyze patient health parameters and predict the risk of heart disease at an early stage.</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lnSpc>
                <a:spcPct val="150000"/>
              </a:lnSpc>
              <a:spcBef>
                <a:spcPts val="1200"/>
              </a:spcBef>
              <a:spcAft>
                <a:spcPts val="0"/>
              </a:spcAft>
              <a:buClr>
                <a:srgbClr val="000000"/>
              </a:buClr>
              <a:buSzPts val="2900"/>
              <a:buFont typeface="Arial" panose="020B0604020202020204"/>
              <a:buNone/>
            </a:pPr>
            <a:endParaRPr sz="34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99" name="Shape 199"/>
        <p:cNvGrpSpPr/>
        <p:nvPr/>
      </p:nvGrpSpPr>
      <p:grpSpPr>
        <a:xfrm>
          <a:off x="0" y="0"/>
          <a:ext cx="0" cy="0"/>
          <a:chOff x="0" y="0"/>
          <a:chExt cx="0" cy="0"/>
        </a:xfrm>
      </p:grpSpPr>
      <p:sp>
        <p:nvSpPr>
          <p:cNvPr id="200" name="Google Shape;200;g3bd14be0e67_0_32"/>
          <p:cNvSpPr txBox="1"/>
          <p:nvPr>
            <p:ph type="title"/>
          </p:nvPr>
        </p:nvSpPr>
        <p:spPr>
          <a:xfrm>
            <a:off x="677325" y="284200"/>
            <a:ext cx="8596800" cy="6177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None/>
            </a:pPr>
            <a:r>
              <a:rPr lang="en-US"/>
              <a:t>                    EXISTING SYSTEMS</a:t>
            </a:r>
            <a:endParaRPr lang="en-US"/>
          </a:p>
        </p:txBody>
      </p:sp>
      <p:sp>
        <p:nvSpPr>
          <p:cNvPr id="201" name="Google Shape;201;g3bd14be0e67_0_32"/>
          <p:cNvSpPr txBox="1"/>
          <p:nvPr/>
        </p:nvSpPr>
        <p:spPr>
          <a:xfrm>
            <a:off x="642550" y="901900"/>
            <a:ext cx="9279900" cy="568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700">
                <a:solidFill>
                  <a:schemeClr val="lt1"/>
                </a:solidFill>
              </a:rPr>
              <a:t>Before the development of AI-based heart disease prediction platforms, heart disease diagnosis and risk assessment relied on the following existing systems:</a:t>
            </a:r>
            <a:endParaRPr sz="17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1900" b="1">
                <a:solidFill>
                  <a:schemeClr val="lt1"/>
                </a:solidFill>
              </a:rPr>
              <a:t>1. Rule-Based Expert Systems</a:t>
            </a:r>
            <a:endParaRPr sz="1900" b="1">
              <a:solidFill>
                <a:schemeClr val="lt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a:solidFill>
                  <a:schemeClr val="lt1"/>
                </a:solidFill>
              </a:rPr>
              <a:t>Some hospitals use computer-based decision support systems that follow </a:t>
            </a:r>
            <a:r>
              <a:rPr lang="en-US" sz="1700" b="1">
                <a:solidFill>
                  <a:schemeClr val="lt1"/>
                </a:solidFill>
              </a:rPr>
              <a:t>predefined rules</a:t>
            </a:r>
            <a:r>
              <a:rPr lang="en-US" sz="1700">
                <a:solidFill>
                  <a:schemeClr val="lt1"/>
                </a:solidFill>
              </a:rPr>
              <a:t>, such as:</a:t>
            </a:r>
            <a:endParaRPr sz="1700">
              <a:solidFill>
                <a:schemeClr val="lt1"/>
              </a:solidFill>
            </a:endParaRPr>
          </a:p>
          <a:p>
            <a:pPr marL="457200" lvl="0" indent="-336550" algn="l" rtl="0">
              <a:lnSpc>
                <a:spcPct val="115000"/>
              </a:lnSpc>
              <a:spcBef>
                <a:spcPts val="1200"/>
              </a:spcBef>
              <a:spcAft>
                <a:spcPts val="0"/>
              </a:spcAft>
              <a:buClr>
                <a:schemeClr val="lt1"/>
              </a:buClr>
              <a:buSzPts val="1700"/>
              <a:buChar char="●"/>
            </a:pPr>
            <a:r>
              <a:rPr lang="en-US" sz="1700">
                <a:solidFill>
                  <a:schemeClr val="lt1"/>
                </a:solidFill>
              </a:rPr>
              <a:t>IF cholesterol &gt; X AND blood pressure &gt; Y → high risk</a:t>
            </a:r>
            <a:br>
              <a:rPr lang="en-US" sz="1700">
                <a:solidFill>
                  <a:schemeClr val="lt1"/>
                </a:solidFill>
              </a:rPr>
            </a:br>
            <a:endParaRPr sz="17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700">
                <a:solidFill>
                  <a:schemeClr val="lt1"/>
                </a:solidFill>
              </a:rPr>
              <a:t>IF age &gt; 50 → moderate risk</a:t>
            </a:r>
            <a:endParaRPr sz="1700">
              <a:solidFill>
                <a:schemeClr val="lt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a:solidFill>
                  <a:schemeClr val="lt1"/>
                </a:solidFill>
              </a:rPr>
              <a:t>These systems depend heavily on fixed thresholds defined by medical experts.</a:t>
            </a:r>
            <a:endParaRPr sz="10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1800" b="1">
                <a:solidFill>
                  <a:schemeClr val="lt1"/>
                </a:solidFill>
              </a:rPr>
              <a:t>2.. Single Machine Learning Model Systems</a:t>
            </a:r>
            <a:endParaRPr sz="1800" b="1">
              <a:solidFill>
                <a:schemeClr val="lt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US" sz="1500">
                <a:solidFill>
                  <a:schemeClr val="lt1"/>
                </a:solidFill>
              </a:rPr>
              <a:t>Earlier research and implementations used </a:t>
            </a:r>
            <a:r>
              <a:rPr lang="en-US" sz="1500" b="1">
                <a:solidFill>
                  <a:schemeClr val="lt1"/>
                </a:solidFill>
              </a:rPr>
              <a:t>basic machine learning algorithms</a:t>
            </a:r>
            <a:r>
              <a:rPr lang="en-US" sz="1500">
                <a:solidFill>
                  <a:schemeClr val="lt1"/>
                </a:solidFill>
              </a:rPr>
              <a:t> such as:</a:t>
            </a:r>
            <a:endParaRPr sz="1500">
              <a:solidFill>
                <a:schemeClr val="lt1"/>
              </a:solidFill>
            </a:endParaRPr>
          </a:p>
          <a:p>
            <a:pPr marL="457200" lvl="0" indent="-323850" algn="l" rtl="0">
              <a:lnSpc>
                <a:spcPct val="115000"/>
              </a:lnSpc>
              <a:spcBef>
                <a:spcPts val="1200"/>
              </a:spcBef>
              <a:spcAft>
                <a:spcPts val="0"/>
              </a:spcAft>
              <a:buClr>
                <a:schemeClr val="lt1"/>
              </a:buClr>
              <a:buSzPts val="1500"/>
              <a:buChar char="●"/>
            </a:pPr>
            <a:r>
              <a:rPr lang="en-US" sz="1500">
                <a:solidFill>
                  <a:schemeClr val="lt1"/>
                </a:solidFill>
              </a:rPr>
              <a:t>Logistic Regression</a:t>
            </a:r>
            <a:br>
              <a:rPr lang="en-US" sz="1500">
                <a:solidFill>
                  <a:schemeClr val="lt1"/>
                </a:solidFill>
              </a:rPr>
            </a:br>
            <a:endParaRPr sz="1500">
              <a:solidFill>
                <a:schemeClr val="lt1"/>
              </a:solidFill>
            </a:endParaRPr>
          </a:p>
          <a:p>
            <a:pPr marL="457200" lvl="0" indent="-323850" algn="l" rtl="0">
              <a:lnSpc>
                <a:spcPct val="115000"/>
              </a:lnSpc>
              <a:spcBef>
                <a:spcPts val="0"/>
              </a:spcBef>
              <a:spcAft>
                <a:spcPts val="0"/>
              </a:spcAft>
              <a:buClr>
                <a:schemeClr val="lt1"/>
              </a:buClr>
              <a:buSzPts val="1500"/>
              <a:buChar char="●"/>
            </a:pPr>
            <a:r>
              <a:rPr lang="en-US" sz="1500">
                <a:solidFill>
                  <a:schemeClr val="lt1"/>
                </a:solidFill>
              </a:rPr>
              <a:t>Naive Bayes</a:t>
            </a:r>
            <a:br>
              <a:rPr lang="en-US" sz="1500">
                <a:solidFill>
                  <a:schemeClr val="lt1"/>
                </a:solidFill>
              </a:rPr>
            </a:br>
            <a:endParaRPr sz="1500">
              <a:solidFill>
                <a:schemeClr val="lt1"/>
              </a:solidFill>
            </a:endParaRPr>
          </a:p>
          <a:p>
            <a:pPr marL="0" lvl="0" indent="0" algn="l" rtl="0">
              <a:lnSpc>
                <a:spcPct val="115000"/>
              </a:lnSpc>
              <a:spcBef>
                <a:spcPts val="1200"/>
              </a:spcBef>
              <a:spcAft>
                <a:spcPts val="0"/>
              </a:spcAft>
              <a:buNone/>
            </a:pPr>
            <a:endParaRPr sz="1000">
              <a:solidFill>
                <a:schemeClr val="lt1"/>
              </a:solidFill>
            </a:endParaRPr>
          </a:p>
          <a:p>
            <a:pPr marL="0" lvl="0" indent="0" algn="l" rtl="0">
              <a:lnSpc>
                <a:spcPct val="115000"/>
              </a:lnSpc>
              <a:spcBef>
                <a:spcPts val="1200"/>
              </a:spcBef>
              <a:spcAft>
                <a:spcPts val="0"/>
              </a:spcAft>
              <a:buClr>
                <a:schemeClr val="dk1"/>
              </a:buClr>
              <a:buSzPts val="1100"/>
              <a:buFont typeface="Arial" panose="020B0604020202020204"/>
              <a:buNone/>
            </a:pPr>
            <a:r>
              <a:rPr lang="en-US" sz="1000">
                <a:solidFill>
                  <a:schemeClr val="lt1"/>
                </a:solidFill>
              </a:rPr>
              <a:t>These models are trained on limited datasets and often used individually without ensemble techniques.</a:t>
            </a:r>
            <a:endParaRPr sz="1000">
              <a:solidFill>
                <a:schemeClr val="lt1"/>
              </a:solidFill>
            </a:endParaRPr>
          </a:p>
          <a:p>
            <a:pPr marL="0" lvl="0" indent="0" algn="l" rtl="0">
              <a:spcBef>
                <a:spcPts val="1200"/>
              </a:spcBef>
              <a:spcAft>
                <a:spcPts val="0"/>
              </a:spcAft>
              <a:buNone/>
            </a:pPr>
            <a:endParaRPr sz="1700" b="1">
              <a:solidFill>
                <a:schemeClr val="lt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205" name="Shape 205"/>
        <p:cNvGrpSpPr/>
        <p:nvPr/>
      </p:nvGrpSpPr>
      <p:grpSpPr>
        <a:xfrm>
          <a:off x="0" y="0"/>
          <a:ext cx="0" cy="0"/>
          <a:chOff x="0" y="0"/>
          <a:chExt cx="0" cy="0"/>
        </a:xfrm>
      </p:grpSpPr>
      <p:sp>
        <p:nvSpPr>
          <p:cNvPr id="206" name="Google Shape;206;g3bd14be0e67_0_43"/>
          <p:cNvSpPr txBox="1"/>
          <p:nvPr>
            <p:ph type="title"/>
          </p:nvPr>
        </p:nvSpPr>
        <p:spPr>
          <a:xfrm>
            <a:off x="1435450" y="228075"/>
            <a:ext cx="7838700" cy="764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  Disadvantages of existing systems</a:t>
            </a:r>
            <a:endParaRPr lang="en-US"/>
          </a:p>
        </p:txBody>
      </p:sp>
      <p:sp>
        <p:nvSpPr>
          <p:cNvPr id="207" name="Google Shape;207;g3bd14be0e67_0_43"/>
          <p:cNvSpPr txBox="1"/>
          <p:nvPr/>
        </p:nvSpPr>
        <p:spPr>
          <a:xfrm>
            <a:off x="442700" y="992775"/>
            <a:ext cx="9914100" cy="56079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800"/>
              </a:spcBef>
              <a:spcAft>
                <a:spcPts val="0"/>
              </a:spcAft>
              <a:buClr>
                <a:schemeClr val="dk1"/>
              </a:buClr>
              <a:buSzPts val="1100"/>
              <a:buFont typeface="Arial" panose="020B0604020202020204"/>
              <a:buNone/>
            </a:pPr>
            <a:endParaRPr sz="1800" b="1">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1900" b="1">
                <a:solidFill>
                  <a:schemeClr val="lt1"/>
                </a:solidFill>
              </a:rPr>
              <a:t>1. Time-Consuming Diagnosis</a:t>
            </a:r>
            <a:endParaRPr sz="1900" b="1">
              <a:solidFill>
                <a:schemeClr val="lt1"/>
              </a:solidFill>
            </a:endParaRPr>
          </a:p>
          <a:p>
            <a:pPr marL="457200" lvl="0" indent="-336550" algn="l" rtl="0">
              <a:lnSpc>
                <a:spcPct val="115000"/>
              </a:lnSpc>
              <a:spcBef>
                <a:spcPts val="1200"/>
              </a:spcBef>
              <a:spcAft>
                <a:spcPts val="0"/>
              </a:spcAft>
              <a:buClr>
                <a:schemeClr val="lt1"/>
              </a:buClr>
              <a:buSzPts val="1700"/>
              <a:buChar char="●"/>
            </a:pPr>
            <a:r>
              <a:rPr lang="en-US" sz="1700">
                <a:solidFill>
                  <a:schemeClr val="lt1"/>
                </a:solidFill>
              </a:rPr>
              <a:t>Manual analysis of medical reports takes significant time.</a:t>
            </a:r>
            <a:br>
              <a:rPr lang="en-US" sz="1700">
                <a:solidFill>
                  <a:schemeClr val="lt1"/>
                </a:solidFill>
              </a:rPr>
            </a:br>
            <a:endParaRPr sz="17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700">
                <a:solidFill>
                  <a:schemeClr val="lt1"/>
                </a:solidFill>
              </a:rPr>
              <a:t>Early detection is delayed due to dependence on multiple tests and appointments.</a:t>
            </a:r>
            <a:endParaRPr sz="17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1900" b="1">
                <a:solidFill>
                  <a:schemeClr val="lt1"/>
                </a:solidFill>
              </a:rPr>
              <a:t>2. Human Error and Subjectivity</a:t>
            </a:r>
            <a:endParaRPr sz="1900" b="1">
              <a:solidFill>
                <a:schemeClr val="lt1"/>
              </a:solidFill>
            </a:endParaRPr>
          </a:p>
          <a:p>
            <a:pPr marL="457200" lvl="0" indent="-336550" algn="l" rtl="0">
              <a:lnSpc>
                <a:spcPct val="115000"/>
              </a:lnSpc>
              <a:spcBef>
                <a:spcPts val="1200"/>
              </a:spcBef>
              <a:spcAft>
                <a:spcPts val="0"/>
              </a:spcAft>
              <a:buClr>
                <a:schemeClr val="lt1"/>
              </a:buClr>
              <a:buSzPts val="1700"/>
              <a:buChar char="●"/>
            </a:pPr>
            <a:r>
              <a:rPr lang="en-US" sz="1700">
                <a:solidFill>
                  <a:schemeClr val="lt1"/>
                </a:solidFill>
              </a:rPr>
              <a:t>Diagnosis depends on the doctor’s experience.</a:t>
            </a:r>
            <a:br>
              <a:rPr lang="en-US" sz="1700">
                <a:solidFill>
                  <a:schemeClr val="lt1"/>
                </a:solidFill>
              </a:rPr>
            </a:br>
            <a:endParaRPr sz="17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700">
                <a:solidFill>
                  <a:schemeClr val="lt1"/>
                </a:solidFill>
              </a:rPr>
              <a:t>Different doctors may give different opinions for the same patient data.</a:t>
            </a:r>
            <a:br>
              <a:rPr lang="en-US" sz="1700">
                <a:solidFill>
                  <a:schemeClr val="lt1"/>
                </a:solidFill>
              </a:rPr>
            </a:br>
            <a:endParaRPr sz="17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1900" b="1">
                <a:solidFill>
                  <a:schemeClr val="lt1"/>
                </a:solidFill>
              </a:rPr>
              <a:t>3. Limited Accuracy</a:t>
            </a:r>
            <a:endParaRPr sz="1900" b="1">
              <a:solidFill>
                <a:schemeClr val="lt1"/>
              </a:solidFill>
            </a:endParaRPr>
          </a:p>
          <a:p>
            <a:pPr marL="457200" lvl="0" indent="-336550" algn="l" rtl="0">
              <a:lnSpc>
                <a:spcPct val="115000"/>
              </a:lnSpc>
              <a:spcBef>
                <a:spcPts val="1200"/>
              </a:spcBef>
              <a:spcAft>
                <a:spcPts val="0"/>
              </a:spcAft>
              <a:buClr>
                <a:schemeClr val="lt1"/>
              </a:buClr>
              <a:buSzPts val="1700"/>
              <a:buChar char="●"/>
            </a:pPr>
            <a:r>
              <a:rPr lang="en-US" sz="1700">
                <a:solidFill>
                  <a:schemeClr val="lt1"/>
                </a:solidFill>
              </a:rPr>
              <a:t>Rule-based systems cannot adapt to new patterns in data.</a:t>
            </a:r>
            <a:br>
              <a:rPr lang="en-US" sz="1700">
                <a:solidFill>
                  <a:schemeClr val="lt1"/>
                </a:solidFill>
              </a:rPr>
            </a:br>
            <a:endParaRPr sz="17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700">
                <a:solidFill>
                  <a:schemeClr val="lt1"/>
                </a:solidFill>
              </a:rPr>
              <a:t>Single machine learning models often suffer from </a:t>
            </a:r>
            <a:r>
              <a:rPr lang="en-US" sz="1700" b="1">
                <a:solidFill>
                  <a:schemeClr val="lt1"/>
                </a:solidFill>
              </a:rPr>
              <a:t>overfitting or underfitting</a:t>
            </a:r>
            <a:r>
              <a:rPr lang="en-US" sz="1700">
                <a:solidFill>
                  <a:schemeClr val="lt1"/>
                </a:solidFill>
              </a:rPr>
              <a:t>.</a:t>
            </a:r>
            <a:endParaRPr sz="1700">
              <a:solidFill>
                <a:schemeClr val="lt1"/>
              </a:solidFill>
            </a:endParaRPr>
          </a:p>
          <a:p>
            <a:pPr marL="0" lvl="0" indent="0" algn="l" rtl="0">
              <a:spcBef>
                <a:spcPts val="1200"/>
              </a:spcBef>
              <a:spcAft>
                <a:spcPts val="0"/>
              </a:spcAft>
              <a:buNone/>
            </a:pPr>
            <a:endParaRPr sz="19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211" name="Shape 211"/>
        <p:cNvGrpSpPr/>
        <p:nvPr/>
      </p:nvGrpSpPr>
      <p:grpSpPr>
        <a:xfrm>
          <a:off x="0" y="0"/>
          <a:ext cx="0" cy="0"/>
          <a:chOff x="0" y="0"/>
          <a:chExt cx="0" cy="0"/>
        </a:xfrm>
      </p:grpSpPr>
      <p:sp>
        <p:nvSpPr>
          <p:cNvPr id="212" name="Google Shape;212;p11"/>
          <p:cNvSpPr txBox="1"/>
          <p:nvPr>
            <p:ph type="title"/>
          </p:nvPr>
        </p:nvSpPr>
        <p:spPr>
          <a:xfrm>
            <a:off x="1223325" y="308925"/>
            <a:ext cx="7216200" cy="8157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accent1"/>
              </a:buClr>
              <a:buSzPct val="1000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                     </a:t>
            </a:r>
            <a:r>
              <a:rPr lang="en-US" sz="5400">
                <a:latin typeface="Times New Roman" panose="02020603050405020304"/>
                <a:ea typeface="Times New Roman" panose="02020603050405020304"/>
                <a:cs typeface="Times New Roman" panose="02020603050405020304"/>
                <a:sym typeface="Times New Roman" panose="02020603050405020304"/>
              </a:rPr>
              <a:t>Proposed System</a:t>
            </a:r>
            <a:endParaRPr lang="en-US"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213" name="Google Shape;213;p11"/>
          <p:cNvSpPr txBox="1"/>
          <p:nvPr/>
        </p:nvSpPr>
        <p:spPr>
          <a:xfrm>
            <a:off x="1087399" y="1470466"/>
            <a:ext cx="8062800" cy="369300"/>
          </a:xfrm>
          <a:prstGeom prst="rect">
            <a:avLst/>
          </a:prstGeom>
          <a:noFill/>
          <a:ln>
            <a:noFill/>
          </a:ln>
        </p:spPr>
        <p:txBody>
          <a:bodyPr spcFirstLastPara="1" wrap="square" lIns="91425" tIns="45700" rIns="91425" bIns="45700" anchor="t" anchorCtr="0">
            <a:spAutoFit/>
          </a:bodyPr>
          <a:lstStyle/>
          <a:p>
            <a:pPr marL="457200" marR="0" lvl="0" indent="0" algn="just" rtl="0">
              <a:lnSpc>
                <a:spcPct val="15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14" name="Google Shape;214;p11"/>
          <p:cNvSpPr txBox="1"/>
          <p:nvPr/>
        </p:nvSpPr>
        <p:spPr>
          <a:xfrm>
            <a:off x="951475" y="1223325"/>
            <a:ext cx="8198700" cy="51528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The proposed system is an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AI-based heart disease assessment platform</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designed to predict the risk of heart disease using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machine learning techniques</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takes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patient medical parameters</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such as age, gender, blood pressure, cholesterol levels, heart rate, and other relevant clinical attributes as input.</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The collected data is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preprocessed</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to handle missing values, normalize features, and remove noise. A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classifier</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is then trained on a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heart disease dataset</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to learn patterns associated with healthy and diseased conditions. Random Forest combines multiple decision trees to improve prediction accuracy and reduce overfitting.</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Once trained, the model predicts whether a patient is at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risk of heart disease</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prediction results are displayed through a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user-friendly interface</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enabling healthcare professionals or users to make informed decisions. This system supports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early diagnosis, improves efficiency, and serves as a reliable decision-support tool</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for both academic and healthcare applications.</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200"/>
              </a:spcBef>
              <a:spcAft>
                <a:spcPts val="0"/>
              </a:spcAft>
              <a:buClr>
                <a:srgbClr val="000000"/>
              </a:buClr>
              <a:buSzPts val="2300"/>
              <a:buFont typeface="Arial" panose="020B0604020202020204"/>
              <a:buNone/>
            </a:pP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218" name="Shape 218"/>
        <p:cNvGrpSpPr/>
        <p:nvPr/>
      </p:nvGrpSpPr>
      <p:grpSpPr>
        <a:xfrm>
          <a:off x="0" y="0"/>
          <a:ext cx="0" cy="0"/>
          <a:chOff x="0" y="0"/>
          <a:chExt cx="0" cy="0"/>
        </a:xfrm>
      </p:grpSpPr>
      <p:sp>
        <p:nvSpPr>
          <p:cNvPr id="219" name="Google Shape;219;g3bd14be0e67_0_49"/>
          <p:cNvSpPr txBox="1"/>
          <p:nvPr>
            <p:ph type="title"/>
          </p:nvPr>
        </p:nvSpPr>
        <p:spPr>
          <a:xfrm>
            <a:off x="677325" y="201225"/>
            <a:ext cx="8596800" cy="764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          Advantages Of Proposed System</a:t>
            </a:r>
            <a:endParaRPr lang="en-US"/>
          </a:p>
        </p:txBody>
      </p:sp>
      <p:sp>
        <p:nvSpPr>
          <p:cNvPr id="220" name="Google Shape;220;g3bd14be0e67_0_49"/>
          <p:cNvSpPr txBox="1"/>
          <p:nvPr/>
        </p:nvSpPr>
        <p:spPr>
          <a:xfrm>
            <a:off x="456125" y="965925"/>
            <a:ext cx="9578700" cy="548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1900" b="1">
                <a:solidFill>
                  <a:schemeClr val="lt1"/>
                </a:solidFill>
              </a:rPr>
              <a:t>1. High Prediction Accuracy</a:t>
            </a:r>
            <a:endParaRPr sz="1900" b="1">
              <a:solidFill>
                <a:schemeClr val="lt1"/>
              </a:solidFill>
            </a:endParaRPr>
          </a:p>
          <a:p>
            <a:pPr marL="457200" lvl="0" indent="-336550" algn="l" rtl="0">
              <a:lnSpc>
                <a:spcPct val="115000"/>
              </a:lnSpc>
              <a:spcBef>
                <a:spcPts val="1200"/>
              </a:spcBef>
              <a:spcAft>
                <a:spcPts val="0"/>
              </a:spcAft>
              <a:buClr>
                <a:schemeClr val="lt1"/>
              </a:buClr>
              <a:buSzPts val="1700"/>
              <a:buChar char="●"/>
            </a:pPr>
            <a:r>
              <a:rPr lang="en-US" sz="1700">
                <a:solidFill>
                  <a:schemeClr val="lt1"/>
                </a:solidFill>
              </a:rPr>
              <a:t>The system uses a </a:t>
            </a:r>
            <a:r>
              <a:rPr lang="en-US" sz="1700" b="1">
                <a:solidFill>
                  <a:schemeClr val="lt1"/>
                </a:solidFill>
              </a:rPr>
              <a:t>Random Forest classifier</a:t>
            </a:r>
            <a:r>
              <a:rPr lang="en-US" sz="1700">
                <a:solidFill>
                  <a:schemeClr val="lt1"/>
                </a:solidFill>
              </a:rPr>
              <a:t>, which combines multiple decision trees.</a:t>
            </a:r>
            <a:br>
              <a:rPr lang="en-US" sz="1700">
                <a:solidFill>
                  <a:schemeClr val="lt1"/>
                </a:solidFill>
              </a:rPr>
            </a:br>
            <a:endParaRPr sz="17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700">
                <a:solidFill>
                  <a:schemeClr val="lt1"/>
                </a:solidFill>
              </a:rPr>
              <a:t>This ensemble approach improves accuracy and minimizes overfitting compared to single models.</a:t>
            </a:r>
            <a:endParaRPr sz="17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1900" b="1">
                <a:solidFill>
                  <a:schemeClr val="lt1"/>
                </a:solidFill>
              </a:rPr>
              <a:t>2. Early Detection of Heart Disease</a:t>
            </a:r>
            <a:endParaRPr sz="1900" b="1">
              <a:solidFill>
                <a:schemeClr val="lt1"/>
              </a:solidFill>
            </a:endParaRPr>
          </a:p>
          <a:p>
            <a:pPr marL="457200" lvl="0" indent="-336550" algn="l" rtl="0">
              <a:lnSpc>
                <a:spcPct val="115000"/>
              </a:lnSpc>
              <a:spcBef>
                <a:spcPts val="1200"/>
              </a:spcBef>
              <a:spcAft>
                <a:spcPts val="0"/>
              </a:spcAft>
              <a:buClr>
                <a:schemeClr val="lt1"/>
              </a:buClr>
              <a:buSzPts val="1700"/>
              <a:buChar char="●"/>
            </a:pPr>
            <a:r>
              <a:rPr lang="en-US" sz="1700">
                <a:solidFill>
                  <a:schemeClr val="lt1"/>
                </a:solidFill>
              </a:rPr>
              <a:t>Predicts heart disease risk </a:t>
            </a:r>
            <a:r>
              <a:rPr lang="en-US" sz="1700" b="1">
                <a:solidFill>
                  <a:schemeClr val="lt1"/>
                </a:solidFill>
              </a:rPr>
              <a:t>before severe symptoms appear</a:t>
            </a:r>
            <a:r>
              <a:rPr lang="en-US" sz="1700">
                <a:solidFill>
                  <a:schemeClr val="lt1"/>
                </a:solidFill>
              </a:rPr>
              <a:t>.</a:t>
            </a:r>
            <a:br>
              <a:rPr lang="en-US" sz="1700">
                <a:solidFill>
                  <a:schemeClr val="lt1"/>
                </a:solidFill>
              </a:rPr>
            </a:br>
            <a:endParaRPr sz="17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700">
                <a:solidFill>
                  <a:schemeClr val="lt1"/>
                </a:solidFill>
              </a:rPr>
              <a:t>Supports preventive healthcare and timely medical intervention.</a:t>
            </a:r>
            <a:endParaRPr sz="17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1900" b="1">
                <a:solidFill>
                  <a:schemeClr val="lt1"/>
                </a:solidFill>
              </a:rPr>
              <a:t>3. Automated and Fast Assessment</a:t>
            </a:r>
            <a:endParaRPr sz="1900" b="1">
              <a:solidFill>
                <a:schemeClr val="lt1"/>
              </a:solidFill>
            </a:endParaRPr>
          </a:p>
          <a:p>
            <a:pPr marL="457200" lvl="0" indent="-336550" algn="l" rtl="0">
              <a:lnSpc>
                <a:spcPct val="115000"/>
              </a:lnSpc>
              <a:spcBef>
                <a:spcPts val="1200"/>
              </a:spcBef>
              <a:spcAft>
                <a:spcPts val="0"/>
              </a:spcAft>
              <a:buClr>
                <a:schemeClr val="lt1"/>
              </a:buClr>
              <a:buSzPts val="1700"/>
              <a:buChar char="●"/>
            </a:pPr>
            <a:r>
              <a:rPr lang="en-US" sz="1700">
                <a:solidFill>
                  <a:schemeClr val="lt1"/>
                </a:solidFill>
              </a:rPr>
              <a:t>Automatically analyzes patient data and produces results within seconds.</a:t>
            </a:r>
            <a:br>
              <a:rPr lang="en-US" sz="1700">
                <a:solidFill>
                  <a:schemeClr val="lt1"/>
                </a:solidFill>
              </a:rPr>
            </a:br>
            <a:endParaRPr sz="17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700">
                <a:solidFill>
                  <a:schemeClr val="lt1"/>
                </a:solidFill>
              </a:rPr>
              <a:t>Reduces dependency on manual diagnosis and saves time for healthcare professionals.</a:t>
            </a:r>
            <a:endParaRPr sz="1700">
              <a:solidFill>
                <a:schemeClr val="lt1"/>
              </a:solidFill>
            </a:endParaRPr>
          </a:p>
          <a:p>
            <a:pPr marL="457200" lvl="0" indent="0" algn="l" rtl="0">
              <a:lnSpc>
                <a:spcPct val="115000"/>
              </a:lnSpc>
              <a:spcBef>
                <a:spcPts val="1200"/>
              </a:spcBef>
              <a:spcAft>
                <a:spcPts val="0"/>
              </a:spcAft>
              <a:buNone/>
            </a:pPr>
            <a:br>
              <a:rPr lang="en-US" sz="1000">
                <a:solidFill>
                  <a:schemeClr val="lt1"/>
                </a:solidFill>
              </a:rPr>
            </a:br>
            <a:endParaRPr sz="1000">
              <a:solidFill>
                <a:schemeClr val="lt1"/>
              </a:solidFill>
            </a:endParaRPr>
          </a:p>
          <a:p>
            <a:pPr marL="0" lvl="0" indent="0" algn="l" rtl="0">
              <a:spcBef>
                <a:spcPts val="1200"/>
              </a:spcBef>
              <a:spcAft>
                <a:spcPts val="0"/>
              </a:spcAft>
              <a:buNone/>
            </a:pPr>
            <a:endParaRPr sz="1700">
              <a:solidFill>
                <a:schemeClr val="lt1"/>
              </a:solidFill>
              <a:latin typeface="Trebuchet MS" panose="020B0603020202020204"/>
              <a:ea typeface="Trebuchet MS" panose="020B0603020202020204"/>
              <a:cs typeface="Trebuchet MS" panose="020B0603020202020204"/>
              <a:sym typeface="Trebuchet MS" panose="020B060302020202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224" name="Shape 224"/>
        <p:cNvGrpSpPr/>
        <p:nvPr/>
      </p:nvGrpSpPr>
      <p:grpSpPr>
        <a:xfrm>
          <a:off x="0" y="0"/>
          <a:ext cx="0" cy="0"/>
          <a:chOff x="0" y="0"/>
          <a:chExt cx="0" cy="0"/>
        </a:xfrm>
      </p:grpSpPr>
      <p:sp>
        <p:nvSpPr>
          <p:cNvPr id="225" name="Google Shape;225;g3bd14be0e67_0_59"/>
          <p:cNvSpPr txBox="1"/>
          <p:nvPr>
            <p:ph type="title"/>
          </p:nvPr>
        </p:nvSpPr>
        <p:spPr>
          <a:xfrm>
            <a:off x="677325" y="201225"/>
            <a:ext cx="8596800" cy="7647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          Advantages Of Proposed System</a:t>
            </a:r>
            <a:endParaRPr lang="en-US"/>
          </a:p>
        </p:txBody>
      </p:sp>
      <p:sp>
        <p:nvSpPr>
          <p:cNvPr id="226" name="Google Shape;226;g3bd14be0e67_0_59"/>
          <p:cNvSpPr txBox="1"/>
          <p:nvPr/>
        </p:nvSpPr>
        <p:spPr>
          <a:xfrm>
            <a:off x="965925" y="965925"/>
            <a:ext cx="9069000" cy="5487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2000" b="1">
                <a:solidFill>
                  <a:schemeClr val="lt1"/>
                </a:solidFill>
              </a:rPr>
              <a:t> </a:t>
            </a:r>
            <a:r>
              <a:rPr lang="en-US" sz="2000" b="1">
                <a:solidFill>
                  <a:schemeClr val="lt1"/>
                </a:solidFill>
              </a:rPr>
              <a:t>4. Reduced Human Error</a:t>
            </a:r>
            <a:endParaRPr sz="2000" b="1">
              <a:solidFill>
                <a:schemeClr val="lt1"/>
              </a:solidFill>
            </a:endParaRPr>
          </a:p>
          <a:p>
            <a:pPr marL="457200" lvl="0" indent="-342900" algn="l" rtl="0">
              <a:lnSpc>
                <a:spcPct val="115000"/>
              </a:lnSpc>
              <a:spcBef>
                <a:spcPts val="1200"/>
              </a:spcBef>
              <a:spcAft>
                <a:spcPts val="0"/>
              </a:spcAft>
              <a:buClr>
                <a:schemeClr val="lt1"/>
              </a:buClr>
              <a:buSzPts val="1800"/>
              <a:buChar char="●"/>
            </a:pPr>
            <a:r>
              <a:rPr lang="en-US" sz="1800">
                <a:solidFill>
                  <a:schemeClr val="lt1"/>
                </a:solidFill>
              </a:rPr>
              <a:t>Eliminates subjectivity involved in manual diagnosis.</a:t>
            </a:r>
            <a:br>
              <a:rPr lang="en-US" sz="1800">
                <a:solidFill>
                  <a:schemeClr val="lt1"/>
                </a:solidFill>
              </a:rPr>
            </a:br>
            <a:endParaRPr sz="1800">
              <a:solidFill>
                <a:schemeClr val="lt1"/>
              </a:solidFill>
            </a:endParaRPr>
          </a:p>
          <a:p>
            <a:pPr marL="457200" lvl="0" indent="-342900" algn="l" rtl="0">
              <a:lnSpc>
                <a:spcPct val="115000"/>
              </a:lnSpc>
              <a:spcBef>
                <a:spcPts val="0"/>
              </a:spcBef>
              <a:spcAft>
                <a:spcPts val="0"/>
              </a:spcAft>
              <a:buClr>
                <a:schemeClr val="lt1"/>
              </a:buClr>
              <a:buSzPts val="1800"/>
              <a:buChar char="●"/>
            </a:pPr>
            <a:r>
              <a:rPr lang="en-US" sz="1800">
                <a:solidFill>
                  <a:schemeClr val="lt1"/>
                </a:solidFill>
              </a:rPr>
              <a:t>Provides consistent and reliable predictions based on data patterns.</a:t>
            </a:r>
            <a:endParaRPr sz="1800">
              <a:solidFill>
                <a:schemeClr val="lt1"/>
              </a:solidFill>
            </a:endParaRPr>
          </a:p>
          <a:p>
            <a:pPr marL="0" lvl="0" indent="0" algn="l" rtl="0">
              <a:lnSpc>
                <a:spcPct val="115000"/>
              </a:lnSpc>
              <a:spcBef>
                <a:spcPts val="1400"/>
              </a:spcBef>
              <a:spcAft>
                <a:spcPts val="0"/>
              </a:spcAft>
              <a:buClr>
                <a:schemeClr val="dk1"/>
              </a:buClr>
              <a:buSzPts val="1100"/>
              <a:buFont typeface="Arial" panose="020B0604020202020204"/>
              <a:buNone/>
            </a:pPr>
            <a:r>
              <a:rPr lang="en-US" sz="2000" b="1">
                <a:solidFill>
                  <a:schemeClr val="lt1"/>
                </a:solidFill>
              </a:rPr>
              <a:t>5. Handles Complex Medical Data</a:t>
            </a:r>
            <a:endParaRPr sz="2000" b="1">
              <a:solidFill>
                <a:schemeClr val="lt1"/>
              </a:solidFill>
            </a:endParaRPr>
          </a:p>
          <a:p>
            <a:pPr marL="457200" lvl="0" indent="-342900" algn="l" rtl="0">
              <a:lnSpc>
                <a:spcPct val="115000"/>
              </a:lnSpc>
              <a:spcBef>
                <a:spcPts val="1200"/>
              </a:spcBef>
              <a:spcAft>
                <a:spcPts val="0"/>
              </a:spcAft>
              <a:buClr>
                <a:schemeClr val="lt1"/>
              </a:buClr>
              <a:buSzPts val="1800"/>
              <a:buChar char="●"/>
            </a:pPr>
            <a:r>
              <a:rPr lang="en-US" sz="1800">
                <a:solidFill>
                  <a:schemeClr val="lt1"/>
                </a:solidFill>
              </a:rPr>
              <a:t>Efficiently processes multiple clinical attributes such as age, blood pressure, cholesterol, and heart rate.</a:t>
            </a:r>
            <a:br>
              <a:rPr lang="en-US" sz="1800">
                <a:solidFill>
                  <a:schemeClr val="lt1"/>
                </a:solidFill>
              </a:rPr>
            </a:br>
            <a:endParaRPr sz="1800">
              <a:solidFill>
                <a:schemeClr val="lt1"/>
              </a:solidFill>
            </a:endParaRPr>
          </a:p>
          <a:p>
            <a:pPr marL="457200" lvl="0" indent="-336550" algn="l" rtl="0">
              <a:lnSpc>
                <a:spcPct val="115000"/>
              </a:lnSpc>
              <a:spcBef>
                <a:spcPts val="0"/>
              </a:spcBef>
              <a:spcAft>
                <a:spcPts val="0"/>
              </a:spcAft>
              <a:buClr>
                <a:schemeClr val="lt1"/>
              </a:buClr>
              <a:buSzPts val="1700"/>
              <a:buChar char="●"/>
            </a:pPr>
            <a:r>
              <a:rPr lang="en-US" sz="1800">
                <a:solidFill>
                  <a:schemeClr val="lt1"/>
                </a:solidFill>
              </a:rPr>
              <a:t>Captures hidden relationships between features that traditional systems cannot detect.</a:t>
            </a:r>
            <a:endParaRPr sz="2600" b="1">
              <a:solidFill>
                <a:schemeClr val="l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230" name="Shape 230"/>
        <p:cNvGrpSpPr/>
        <p:nvPr/>
      </p:nvGrpSpPr>
      <p:grpSpPr>
        <a:xfrm>
          <a:off x="0" y="0"/>
          <a:ext cx="0" cy="0"/>
          <a:chOff x="0" y="0"/>
          <a:chExt cx="0" cy="0"/>
        </a:xfrm>
      </p:grpSpPr>
      <p:sp>
        <p:nvSpPr>
          <p:cNvPr id="231" name="Google Shape;231;g3b8cfececed_0_49"/>
          <p:cNvSpPr txBox="1"/>
          <p:nvPr>
            <p:ph type="title"/>
          </p:nvPr>
        </p:nvSpPr>
        <p:spPr>
          <a:xfrm>
            <a:off x="1964725" y="321275"/>
            <a:ext cx="7309200" cy="6447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800"/>
              <a:buNone/>
            </a:pPr>
            <a:r>
              <a:rPr lang="en-US"/>
              <a:t>Why Random Forest Is Chosen</a:t>
            </a:r>
            <a:endParaRPr lang="en-US"/>
          </a:p>
        </p:txBody>
      </p:sp>
      <p:sp>
        <p:nvSpPr>
          <p:cNvPr id="232" name="Google Shape;232;g3b8cfececed_0_49"/>
          <p:cNvSpPr txBox="1"/>
          <p:nvPr/>
        </p:nvSpPr>
        <p:spPr>
          <a:xfrm>
            <a:off x="550025" y="1126900"/>
            <a:ext cx="9404400" cy="53604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is selected for the </a:t>
            </a: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AI Heart Disease Assessment</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 project because of the following advantages:</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1200"/>
              </a:spcBef>
              <a:spcAft>
                <a:spcPts val="0"/>
              </a:spcAft>
              <a:buClr>
                <a:schemeClr val="lt1"/>
              </a:buClr>
              <a:buSzPts val="2000"/>
              <a:buFont typeface="Times New Roman" panose="02020603050405020304"/>
              <a:buAutoNum type="arabicPeriod"/>
            </a:pP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High Accuracy  :</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Combines multiple decision trees, which improves prediction accuracy compared to a single model.</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chemeClr val="lt1"/>
              </a:buClr>
              <a:buSzPts val="2000"/>
              <a:buFont typeface="Times New Roman" panose="02020603050405020304"/>
              <a:buAutoNum type="arabicPeriod"/>
            </a:pP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Handles Non-Linear Data: </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Medical data is often complex and non-linear. Random Forest captures these patterns effectively.</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chemeClr val="lt1"/>
              </a:buClr>
              <a:buSzPts val="2000"/>
              <a:buFont typeface="Times New Roman" panose="02020603050405020304"/>
              <a:buAutoNum type="arabicPeriod"/>
            </a:pP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Reduces Overfitting : </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By averaging results from many trees, it avoids overfitting common in individual decision trees.</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chemeClr val="lt1"/>
              </a:buClr>
              <a:buSzPts val="2000"/>
              <a:buFont typeface="Times New Roman" panose="02020603050405020304"/>
              <a:buAutoNum type="arabicPeriod"/>
            </a:pP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Works Well with Medical Datasets : </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Performs efficiently even with missing values and mixed data types (numerical + categorical).</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chemeClr val="lt1"/>
              </a:buClr>
              <a:buSzPts val="2000"/>
              <a:buFont typeface="Times New Roman" panose="02020603050405020304"/>
              <a:buAutoNum type="arabicPeriod"/>
            </a:pP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Feature Importance: </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Helps identify important health parameters such as cholesterol, blood pressure, and age.</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55600" algn="l" rtl="0">
              <a:lnSpc>
                <a:spcPct val="115000"/>
              </a:lnSpc>
              <a:spcBef>
                <a:spcPts val="0"/>
              </a:spcBef>
              <a:spcAft>
                <a:spcPts val="0"/>
              </a:spcAft>
              <a:buClr>
                <a:schemeClr val="lt1"/>
              </a:buClr>
              <a:buSzPts val="2000"/>
              <a:buFont typeface="Times New Roman" panose="02020603050405020304"/>
              <a:buAutoNum type="arabicPeriod"/>
            </a:pPr>
            <a:r>
              <a:rPr lang="en-US" sz="2000" b="1">
                <a:solidFill>
                  <a:schemeClr val="lt1"/>
                </a:solidFill>
                <a:latin typeface="Times New Roman" panose="02020603050405020304"/>
                <a:ea typeface="Times New Roman" panose="02020603050405020304"/>
                <a:cs typeface="Times New Roman" panose="02020603050405020304"/>
                <a:sym typeface="Times New Roman" panose="02020603050405020304"/>
              </a:rPr>
              <a:t>Robust and Reliable: </a:t>
            </a:r>
            <a:r>
              <a:rPr lang="en-US" sz="2000">
                <a:solidFill>
                  <a:schemeClr val="lt1"/>
                </a:solidFill>
                <a:latin typeface="Times New Roman" panose="02020603050405020304"/>
                <a:ea typeface="Times New Roman" panose="02020603050405020304"/>
                <a:cs typeface="Times New Roman" panose="02020603050405020304"/>
                <a:sym typeface="Times New Roman" panose="02020603050405020304"/>
              </a:rPr>
              <a:t>Suitable for real-world healthcare applications where consistency is crucial.</a:t>
            </a: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1200"/>
              </a:spcBef>
              <a:spcAft>
                <a:spcPts val="0"/>
              </a:spcAft>
              <a:buNone/>
            </a:pP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236" name="Shape 236"/>
        <p:cNvGrpSpPr/>
        <p:nvPr/>
      </p:nvGrpSpPr>
      <p:grpSpPr>
        <a:xfrm>
          <a:off x="0" y="0"/>
          <a:ext cx="0" cy="0"/>
          <a:chOff x="0" y="0"/>
          <a:chExt cx="0" cy="0"/>
        </a:xfrm>
      </p:grpSpPr>
      <p:sp>
        <p:nvSpPr>
          <p:cNvPr id="237" name="Google Shape;237;p12"/>
          <p:cNvSpPr txBox="1"/>
          <p:nvPr>
            <p:ph type="ctrTitle"/>
          </p:nvPr>
        </p:nvSpPr>
        <p:spPr>
          <a:xfrm>
            <a:off x="1728702" y="121548"/>
            <a:ext cx="6307800" cy="10968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accent1"/>
              </a:buClr>
              <a:buSzPts val="54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System Analysis</a:t>
            </a:r>
            <a:endParaRPr lang="en-US">
              <a:latin typeface="Times New Roman" panose="02020603050405020304"/>
              <a:ea typeface="Times New Roman" panose="02020603050405020304"/>
              <a:cs typeface="Times New Roman" panose="02020603050405020304"/>
              <a:sym typeface="Times New Roman" panose="02020603050405020304"/>
            </a:endParaRPr>
          </a:p>
        </p:txBody>
      </p:sp>
      <p:sp>
        <p:nvSpPr>
          <p:cNvPr id="238" name="Google Shape;238;p12"/>
          <p:cNvSpPr txBox="1"/>
          <p:nvPr>
            <p:ph type="subTitle" idx="1"/>
          </p:nvPr>
        </p:nvSpPr>
        <p:spPr>
          <a:xfrm>
            <a:off x="1490125" y="1421046"/>
            <a:ext cx="1982700" cy="5931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600"/>
              <a:buNone/>
            </a:pPr>
            <a:r>
              <a:rPr lang="en-US" sz="2400" b="1">
                <a:solidFill>
                  <a:schemeClr val="accent1"/>
                </a:solidFill>
                <a:latin typeface="Times New Roman" panose="02020603050405020304"/>
                <a:ea typeface="Times New Roman" panose="02020603050405020304"/>
                <a:cs typeface="Times New Roman" panose="02020603050405020304"/>
                <a:sym typeface="Times New Roman" panose="02020603050405020304"/>
              </a:rPr>
              <a:t>System Study</a:t>
            </a:r>
            <a:endParaRPr sz="2200"/>
          </a:p>
        </p:txBody>
      </p:sp>
      <p:sp>
        <p:nvSpPr>
          <p:cNvPr id="239" name="Google Shape;239;p12"/>
          <p:cNvSpPr txBox="1"/>
          <p:nvPr/>
        </p:nvSpPr>
        <p:spPr>
          <a:xfrm>
            <a:off x="1643450" y="2014149"/>
            <a:ext cx="7525200" cy="4565400"/>
          </a:xfrm>
          <a:prstGeom prst="rect">
            <a:avLst/>
          </a:prstGeom>
          <a:noFill/>
          <a:ln>
            <a:noFill/>
          </a:ln>
        </p:spPr>
        <p:txBody>
          <a:bodyPr spcFirstLastPara="1" wrap="square" lIns="91425" tIns="45700" rIns="91425" bIns="45700" anchor="t" anchorCtr="0">
            <a:sp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The system study focuses on understanding the </a:t>
            </a: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overall workflow and functioning</a:t>
            </a: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 of the AI-based heart disease assessment system. It examines how patient medical data is collected, processed, and analyzed to predict the risk of heart disease.</a:t>
            </a:r>
            <a:endParaRPr sz="17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The system begins with </a:t>
            </a: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data input</a:t>
            </a: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 where patient health parameters such as age, gender, blood pressure, cholesterol levels, and heart rate are provided. The data is then </a:t>
            </a: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preprocessed</a:t>
            </a: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 to handle missing values, normalize features, and remove inconsistencies. After preprocessing, the data is passed to the </a:t>
            </a: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model</a:t>
            </a: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 which analyzes the patterns learned during training to generate a prediction.</a:t>
            </a:r>
            <a:endParaRPr sz="17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The output of the system indicates whether the patient is at </a:t>
            </a: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risk of heart disease or not</a:t>
            </a: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 and the result is displayed through a </a:t>
            </a: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user-friendly interface</a:t>
            </a: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study ensures that the system is </a:t>
            </a: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accurate, efficient, and scalable</a:t>
            </a:r>
            <a:r>
              <a:rPr lang="en-US" sz="1700">
                <a:solidFill>
                  <a:schemeClr val="lt1"/>
                </a:solidFill>
                <a:latin typeface="Times New Roman" panose="02020603050405020304"/>
                <a:ea typeface="Times New Roman" panose="02020603050405020304"/>
                <a:cs typeface="Times New Roman" panose="02020603050405020304"/>
                <a:sym typeface="Times New Roman" panose="02020603050405020304"/>
              </a:rPr>
              <a:t>, making it suitable for real-time health assessment and academic research.</a:t>
            </a:r>
            <a:endParaRPr sz="17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just" rtl="0">
              <a:lnSpc>
                <a:spcPct val="150000"/>
              </a:lnSpc>
              <a:spcBef>
                <a:spcPts val="1200"/>
              </a:spcBef>
              <a:spcAft>
                <a:spcPts val="0"/>
              </a:spcAft>
              <a:buClr>
                <a:srgbClr val="000000"/>
              </a:buClr>
              <a:buSzPts val="2800"/>
              <a:buFont typeface="Arial" panose="020B0604020202020204"/>
              <a:buNone/>
            </a:pPr>
            <a:endParaRPr sz="26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243" name="Shape 243"/>
        <p:cNvGrpSpPr/>
        <p:nvPr/>
      </p:nvGrpSpPr>
      <p:grpSpPr>
        <a:xfrm>
          <a:off x="0" y="0"/>
          <a:ext cx="0" cy="0"/>
          <a:chOff x="0" y="0"/>
          <a:chExt cx="0" cy="0"/>
        </a:xfrm>
      </p:grpSpPr>
      <p:sp>
        <p:nvSpPr>
          <p:cNvPr id="244" name="Google Shape;244;p13"/>
          <p:cNvSpPr txBox="1"/>
          <p:nvPr>
            <p:ph type="title"/>
          </p:nvPr>
        </p:nvSpPr>
        <p:spPr>
          <a:xfrm>
            <a:off x="599675" y="333625"/>
            <a:ext cx="8674500" cy="939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5400"/>
              <a:buFont typeface="Times New Roman" panose="02020603050405020304"/>
              <a:buNone/>
            </a:pPr>
            <a:r>
              <a:rPr lang="en-US" sz="5400">
                <a:latin typeface="Times New Roman" panose="02020603050405020304"/>
                <a:ea typeface="Times New Roman" panose="02020603050405020304"/>
                <a:cs typeface="Times New Roman" panose="02020603050405020304"/>
                <a:sym typeface="Times New Roman" panose="02020603050405020304"/>
              </a:rPr>
              <a:t>            Feasibility Study</a:t>
            </a:r>
            <a:endParaRPr sz="5400"/>
          </a:p>
        </p:txBody>
      </p:sp>
      <p:sp>
        <p:nvSpPr>
          <p:cNvPr id="245" name="Google Shape;245;p13"/>
          <p:cNvSpPr txBox="1"/>
          <p:nvPr/>
        </p:nvSpPr>
        <p:spPr>
          <a:xfrm>
            <a:off x="729050" y="1359250"/>
            <a:ext cx="8353200" cy="50292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The feasibility study evaluates whether the proposed </a:t>
            </a: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AI-based Heart Disease Assessment System</a:t>
            </a: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 can be developed and implemented successfully.</a:t>
            </a:r>
            <a:endParaRPr sz="15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1. Technical Feasibility</a:t>
            </a:r>
            <a:endParaRPr sz="18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The system is technically feasible as it uses </a:t>
            </a: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well-established machine learning techniques</a:t>
            </a: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 specifically the </a:t>
            </a: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algorithm</a:t>
            </a: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 Required tools such as Python, machine learning libraries (NumPy, Pandas, Scikit-learn), and deployment frameworks are readily available and widely supported. The model can be trained and executed on standard computing systems without specialized hardware.</a:t>
            </a:r>
            <a:endParaRPr sz="15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2. Economic Feasibility</a:t>
            </a:r>
            <a:endParaRPr sz="17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The proposed system is </a:t>
            </a: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cost-effective</a:t>
            </a: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 because it relies on </a:t>
            </a:r>
            <a:r>
              <a:rPr lang="en-US" sz="1500" b="1">
                <a:solidFill>
                  <a:schemeClr val="lt1"/>
                </a:solidFill>
                <a:latin typeface="Times New Roman" panose="02020603050405020304"/>
                <a:ea typeface="Times New Roman" panose="02020603050405020304"/>
                <a:cs typeface="Times New Roman" panose="02020603050405020304"/>
                <a:sym typeface="Times New Roman" panose="02020603050405020304"/>
              </a:rPr>
              <a:t>open-source tools and datasets</a:t>
            </a: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 such as the UCI Heart Disease dataset. No expensive software licenses or hardware are required, making it affordable for academic institutions and small healthcare setups.</a:t>
            </a:r>
            <a:endParaRPr sz="15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b="1">
                <a:solidFill>
                  <a:schemeClr val="lt1"/>
                </a:solidFill>
                <a:latin typeface="Times New Roman" panose="02020603050405020304"/>
                <a:ea typeface="Times New Roman" panose="02020603050405020304"/>
                <a:cs typeface="Times New Roman" panose="02020603050405020304"/>
                <a:sym typeface="Times New Roman" panose="02020603050405020304"/>
              </a:rPr>
              <a:t>3. Operational Feasibility</a:t>
            </a:r>
            <a:endParaRPr sz="17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500">
                <a:solidFill>
                  <a:schemeClr val="lt1"/>
                </a:solidFill>
                <a:latin typeface="Times New Roman" panose="02020603050405020304"/>
                <a:ea typeface="Times New Roman" panose="02020603050405020304"/>
                <a:cs typeface="Times New Roman" panose="02020603050405020304"/>
                <a:sym typeface="Times New Roman" panose="02020603050405020304"/>
              </a:rPr>
              <a:t>The system is easy to use and requires minimal training. Users only need to enter patient health parameters to obtain predictions. The simple interface and automated prediction process ensure smooth operation and quick adoption by healthcare professionals or users.</a:t>
            </a:r>
            <a:endParaRPr sz="15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200"/>
              </a:spcBef>
              <a:spcAft>
                <a:spcPts val="0"/>
              </a:spcAft>
              <a:buClr>
                <a:srgbClr val="000000"/>
              </a:buClr>
              <a:buSzPts val="2300"/>
              <a:buFont typeface="Arial" panose="020B0604020202020204"/>
              <a:buNone/>
            </a:pPr>
            <a:endParaRPr sz="20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249" name="Shape 249"/>
        <p:cNvGrpSpPr/>
        <p:nvPr/>
      </p:nvGrpSpPr>
      <p:grpSpPr>
        <a:xfrm>
          <a:off x="0" y="0"/>
          <a:ext cx="0" cy="0"/>
          <a:chOff x="0" y="0"/>
          <a:chExt cx="0" cy="0"/>
        </a:xfrm>
      </p:grpSpPr>
      <p:sp>
        <p:nvSpPr>
          <p:cNvPr id="250" name="Google Shape;250;p14"/>
          <p:cNvSpPr txBox="1"/>
          <p:nvPr>
            <p:ph type="title"/>
          </p:nvPr>
        </p:nvSpPr>
        <p:spPr>
          <a:xfrm>
            <a:off x="1058325" y="333625"/>
            <a:ext cx="8596800" cy="889500"/>
          </a:xfrm>
          <a:prstGeom prst="rect">
            <a:avLst/>
          </a:prstGeom>
          <a:noFill/>
          <a:ln>
            <a:noFill/>
          </a:ln>
        </p:spPr>
        <p:txBody>
          <a:bodyPr spcFirstLastPara="1" wrap="square" lIns="91425" tIns="45700" rIns="91425" bIns="45700" anchor="t" anchorCtr="0">
            <a:normAutofit fontScale="90000"/>
          </a:bodyPr>
          <a:lstStyle/>
          <a:p>
            <a:pPr marL="0" lvl="0" indent="0" algn="l" rtl="0">
              <a:lnSpc>
                <a:spcPct val="100000"/>
              </a:lnSpc>
              <a:spcBef>
                <a:spcPts val="0"/>
              </a:spcBef>
              <a:spcAft>
                <a:spcPts val="0"/>
              </a:spcAft>
              <a:buClr>
                <a:schemeClr val="accent1"/>
              </a:buClr>
              <a:buSzPct val="100000"/>
              <a:buFont typeface="Times New Roman" panose="02020603050405020304"/>
              <a:buNone/>
            </a:pPr>
            <a:r>
              <a:rPr lang="en-US" sz="5400">
                <a:latin typeface="Times New Roman" panose="02020603050405020304"/>
                <a:ea typeface="Times New Roman" panose="02020603050405020304"/>
                <a:cs typeface="Times New Roman" panose="02020603050405020304"/>
                <a:sym typeface="Times New Roman" panose="02020603050405020304"/>
              </a:rPr>
              <a:t>         Requirement Analysis</a:t>
            </a:r>
            <a:endParaRPr lang="en-US"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251" name="Google Shape;251;p14"/>
          <p:cNvSpPr txBox="1"/>
          <p:nvPr/>
        </p:nvSpPr>
        <p:spPr>
          <a:xfrm>
            <a:off x="547275" y="1940025"/>
            <a:ext cx="8856300" cy="4617600"/>
          </a:xfrm>
          <a:prstGeom prst="rect">
            <a:avLst/>
          </a:prstGeom>
          <a:noFill/>
          <a:ln>
            <a:noFill/>
          </a:ln>
        </p:spPr>
        <p:txBody>
          <a:bodyPr spcFirstLastPara="1" wrap="square" lIns="91425" tIns="45700" rIns="91425" bIns="45700" anchor="t" anchorCtr="0">
            <a:spAutoFit/>
          </a:bodyPr>
          <a:lstStyle/>
          <a:p>
            <a:pPr marL="457200" lvl="0" indent="0" algn="l" rtl="0">
              <a:lnSpc>
                <a:spcPct val="150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allow users to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enter patient medical details</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such as age, gender, blood pressure, cholesterol level, and heart rate</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validate input data</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to ensure correctness and completeness</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preprocess the medical data</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by handling missing values and normalizing features</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apply the Random Forest algorithm</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to analyze patient data</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predict the risk of heart disease</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based on the trained model</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display prediction results</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clearly to the user</a:t>
            </a:r>
            <a:endParaRPr sz="18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lnSpc>
                <a:spcPct val="150000"/>
              </a:lnSpc>
              <a:spcBef>
                <a:spcPts val="1200"/>
              </a:spcBef>
              <a:spcAft>
                <a:spcPts val="0"/>
              </a:spcAft>
              <a:buClr>
                <a:srgbClr val="000000"/>
              </a:buClr>
              <a:buSzPts val="2900"/>
              <a:buFont typeface="Arial" panose="020B0604020202020204"/>
              <a:buNone/>
            </a:pP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support </a:t>
            </a:r>
            <a:r>
              <a:rPr lang="en-US" sz="1800" b="1">
                <a:solidFill>
                  <a:schemeClr val="lt1"/>
                </a:solidFill>
                <a:latin typeface="Times New Roman" panose="02020603050405020304"/>
                <a:ea typeface="Times New Roman" panose="02020603050405020304"/>
                <a:cs typeface="Times New Roman" panose="02020603050405020304"/>
                <a:sym typeface="Times New Roman" panose="02020603050405020304"/>
              </a:rPr>
              <a:t>multiple predictions</a:t>
            </a:r>
            <a:r>
              <a:rPr lang="en-US" sz="1800">
                <a:solidFill>
                  <a:schemeClr val="lt1"/>
                </a:solidFill>
                <a:latin typeface="Times New Roman" panose="02020603050405020304"/>
                <a:ea typeface="Times New Roman" panose="02020603050405020304"/>
                <a:cs typeface="Times New Roman" panose="02020603050405020304"/>
                <a:sym typeface="Times New Roman" panose="02020603050405020304"/>
              </a:rPr>
              <a:t> for different patients</a:t>
            </a:r>
            <a:endParaRPr sz="27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52" name="Google Shape;252;p14"/>
          <p:cNvSpPr txBox="1"/>
          <p:nvPr/>
        </p:nvSpPr>
        <p:spPr>
          <a:xfrm>
            <a:off x="605475" y="1371525"/>
            <a:ext cx="4250700" cy="568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600"/>
              <a:buFont typeface="Arial" panose="020B0604020202020204"/>
              <a:buNone/>
            </a:pPr>
            <a:r>
              <a:rPr lang="en-US" sz="2600" b="0" i="0" u="none" strike="noStrike" cap="none">
                <a:solidFill>
                  <a:schemeClr val="accent1"/>
                </a:solidFill>
                <a:latin typeface="Times New Roman" panose="02020603050405020304"/>
                <a:ea typeface="Times New Roman" panose="02020603050405020304"/>
                <a:cs typeface="Times New Roman" panose="02020603050405020304"/>
                <a:sym typeface="Times New Roman" panose="02020603050405020304"/>
              </a:rPr>
              <a:t>Functional Requirements</a:t>
            </a:r>
            <a:endParaRPr sz="2600" b="0" i="0" u="none" strike="noStrike" cap="none">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256" name="Shape 256"/>
        <p:cNvGrpSpPr/>
        <p:nvPr/>
      </p:nvGrpSpPr>
      <p:grpSpPr>
        <a:xfrm>
          <a:off x="0" y="0"/>
          <a:ext cx="0" cy="0"/>
          <a:chOff x="0" y="0"/>
          <a:chExt cx="0" cy="0"/>
        </a:xfrm>
      </p:grpSpPr>
      <p:sp>
        <p:nvSpPr>
          <p:cNvPr id="257" name="Google Shape;257;p15"/>
          <p:cNvSpPr txBox="1"/>
          <p:nvPr>
            <p:ph type="ctrTitle"/>
          </p:nvPr>
        </p:nvSpPr>
        <p:spPr>
          <a:xfrm>
            <a:off x="872075" y="543700"/>
            <a:ext cx="8210100" cy="766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accent1"/>
              </a:buClr>
              <a:buSzPts val="5400"/>
              <a:buFont typeface="Times New Roman" panose="02020603050405020304"/>
              <a:buNone/>
            </a:pPr>
            <a:r>
              <a:rPr lang="en-US" sz="4600">
                <a:latin typeface="Times New Roman" panose="02020603050405020304"/>
                <a:ea typeface="Times New Roman" panose="02020603050405020304"/>
                <a:cs typeface="Times New Roman" panose="02020603050405020304"/>
                <a:sym typeface="Times New Roman" panose="02020603050405020304"/>
              </a:rPr>
              <a:t>Non-Functional Requirements</a:t>
            </a:r>
            <a:endParaRPr sz="4600"/>
          </a:p>
        </p:txBody>
      </p:sp>
      <p:sp>
        <p:nvSpPr>
          <p:cNvPr id="258" name="Google Shape;258;p15"/>
          <p:cNvSpPr txBox="1"/>
          <p:nvPr>
            <p:ph type="subTitle" idx="1"/>
          </p:nvPr>
        </p:nvSpPr>
        <p:spPr>
          <a:xfrm>
            <a:off x="1050325" y="1383950"/>
            <a:ext cx="8661900" cy="5816700"/>
          </a:xfrm>
          <a:prstGeom prst="rect">
            <a:avLst/>
          </a:prstGeom>
          <a:noFill/>
          <a:ln>
            <a:noFill/>
          </a:ln>
        </p:spPr>
        <p:txBody>
          <a:bodyPr spcFirstLastPara="1" wrap="square" lIns="91425" tIns="45700" rIns="91425" bIns="45700" anchor="ctr" anchorCtr="0">
            <a:spAutoFit/>
          </a:bodyPr>
          <a:lstStyle/>
          <a:p>
            <a:pPr marL="457200" lvl="0" indent="0" algn="l" rtl="0">
              <a:lnSpc>
                <a:spcPct val="115000"/>
              </a:lnSpc>
              <a:spcBef>
                <a:spcPts val="1200"/>
              </a:spcBef>
              <a:spcAft>
                <a:spcPts val="0"/>
              </a:spcAft>
              <a:buNone/>
            </a:pP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The system shall provide </a:t>
            </a: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high prediction accuracy</a:t>
            </a: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for reliable heart disease risk assessment</a:t>
            </a:r>
            <a:b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 The system shall ensure </a:t>
            </a: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fast response time</a:t>
            </a: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for quick result generation</a:t>
            </a:r>
            <a:b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 The system shall be </a:t>
            </a: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scalable</a:t>
            </a: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to handle multiple users and large datasets</a:t>
            </a:r>
            <a:b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 The system shall ensure </a:t>
            </a: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data security and privacy</a:t>
            </a: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of patient medical information</a:t>
            </a:r>
            <a:b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 The system shall be </a:t>
            </a: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reliable and robust</a:t>
            </a: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producing consistent results</a:t>
            </a:r>
            <a:b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 The system shall have a </a:t>
            </a: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user-friendly interface</a:t>
            </a: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for easy operation</a:t>
            </a:r>
            <a:b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b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 The system shall be </a:t>
            </a:r>
            <a:r>
              <a:rPr lang="en-US" sz="2200" b="1">
                <a:solidFill>
                  <a:schemeClr val="lt1"/>
                </a:solidFill>
                <a:latin typeface="Times New Roman" panose="02020603050405020304"/>
                <a:ea typeface="Times New Roman" panose="02020603050405020304"/>
                <a:cs typeface="Times New Roman" panose="02020603050405020304"/>
                <a:sym typeface="Times New Roman" panose="02020603050405020304"/>
              </a:rPr>
              <a:t>maintainable and extensible</a:t>
            </a:r>
            <a:r>
              <a:rPr lang="en-US" sz="2200">
                <a:solidFill>
                  <a:schemeClr val="lt1"/>
                </a:solidFill>
                <a:latin typeface="Times New Roman" panose="02020603050405020304"/>
                <a:ea typeface="Times New Roman" panose="02020603050405020304"/>
                <a:cs typeface="Times New Roman" panose="02020603050405020304"/>
                <a:sym typeface="Times New Roman" panose="02020603050405020304"/>
              </a:rPr>
              <a:t> for future enhancements</a:t>
            </a:r>
            <a:endParaRPr sz="2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lnSpc>
                <a:spcPct val="150000"/>
              </a:lnSpc>
              <a:spcBef>
                <a:spcPts val="1200"/>
              </a:spcBef>
              <a:spcAft>
                <a:spcPts val="0"/>
              </a:spcAft>
              <a:buNone/>
            </a:pPr>
            <a:endParaRPr sz="3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262" name="Shape 262"/>
        <p:cNvGrpSpPr/>
        <p:nvPr/>
      </p:nvGrpSpPr>
      <p:grpSpPr>
        <a:xfrm>
          <a:off x="0" y="0"/>
          <a:ext cx="0" cy="0"/>
          <a:chOff x="0" y="0"/>
          <a:chExt cx="0" cy="0"/>
        </a:xfrm>
      </p:grpSpPr>
      <p:sp>
        <p:nvSpPr>
          <p:cNvPr id="263" name="Google Shape;263;p16"/>
          <p:cNvSpPr txBox="1"/>
          <p:nvPr>
            <p:ph type="ctrTitle"/>
          </p:nvPr>
        </p:nvSpPr>
        <p:spPr>
          <a:xfrm>
            <a:off x="-568400" y="174400"/>
            <a:ext cx="9848400" cy="1167000"/>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Clr>
                <a:schemeClr val="accent1"/>
              </a:buClr>
              <a:buSzPts val="5400"/>
              <a:buFont typeface="Times New Roman" panose="02020603050405020304"/>
              <a:buNone/>
            </a:pPr>
            <a:r>
              <a:rPr lang="en-US" sz="4000">
                <a:latin typeface="Times New Roman" panose="02020603050405020304"/>
                <a:ea typeface="Times New Roman" panose="02020603050405020304"/>
                <a:cs typeface="Times New Roman" panose="02020603050405020304"/>
                <a:sym typeface="Times New Roman" panose="02020603050405020304"/>
              </a:rPr>
              <a:t>                   </a:t>
            </a:r>
            <a:r>
              <a:rPr lang="en-US" sz="4000">
                <a:latin typeface="Times New Roman" panose="02020603050405020304"/>
                <a:ea typeface="Times New Roman" panose="02020603050405020304"/>
                <a:cs typeface="Times New Roman" panose="02020603050405020304"/>
                <a:sym typeface="Times New Roman" panose="02020603050405020304"/>
              </a:rPr>
              <a:t>System Requirement Specification</a:t>
            </a:r>
            <a:br>
              <a:rPr lang="en-US" sz="4000"/>
            </a:br>
            <a:endParaRPr sz="4000"/>
          </a:p>
        </p:txBody>
      </p:sp>
      <p:sp>
        <p:nvSpPr>
          <p:cNvPr id="264" name="Google Shape;264;p16"/>
          <p:cNvSpPr txBox="1"/>
          <p:nvPr>
            <p:ph type="subTitle" idx="1"/>
          </p:nvPr>
        </p:nvSpPr>
        <p:spPr>
          <a:xfrm>
            <a:off x="872075" y="912250"/>
            <a:ext cx="4038000" cy="992700"/>
          </a:xfrm>
          <a:prstGeom prst="rect">
            <a:avLst/>
          </a:prstGeom>
          <a:noFill/>
          <a:ln>
            <a:noFill/>
          </a:ln>
        </p:spPr>
        <p:txBody>
          <a:bodyPr spcFirstLastPara="1" wrap="square" lIns="91425" tIns="45700" rIns="91425" bIns="45700" anchor="t" anchorCtr="0">
            <a:noAutofit/>
          </a:bodyPr>
          <a:lstStyle/>
          <a:p>
            <a:pPr marL="0" lvl="0" indent="0" algn="r" rtl="0">
              <a:lnSpc>
                <a:spcPct val="100000"/>
              </a:lnSpc>
              <a:spcBef>
                <a:spcPts val="0"/>
              </a:spcBef>
              <a:spcAft>
                <a:spcPts val="0"/>
              </a:spcAft>
              <a:buSzPts val="1600"/>
              <a:buNone/>
            </a:pPr>
            <a:r>
              <a:rPr lang="en-US" sz="2900">
                <a:solidFill>
                  <a:schemeClr val="accent1"/>
                </a:solidFill>
                <a:latin typeface="Times New Roman" panose="02020603050405020304"/>
                <a:ea typeface="Times New Roman" panose="02020603050405020304"/>
                <a:cs typeface="Times New Roman" panose="02020603050405020304"/>
                <a:sym typeface="Times New Roman" panose="02020603050405020304"/>
              </a:rPr>
              <a:t>Hardware Requirements</a:t>
            </a:r>
            <a:endParaRPr sz="2700"/>
          </a:p>
          <a:p>
            <a:pPr marL="0" lvl="0" indent="0" algn="r" rtl="0">
              <a:lnSpc>
                <a:spcPct val="100000"/>
              </a:lnSpc>
              <a:spcBef>
                <a:spcPts val="1000"/>
              </a:spcBef>
              <a:spcAft>
                <a:spcPts val="0"/>
              </a:spcAft>
              <a:buSzPts val="1600"/>
              <a:buNone/>
            </a:pPr>
            <a:endParaRPr sz="2900">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r" rtl="0">
              <a:lnSpc>
                <a:spcPct val="100000"/>
              </a:lnSpc>
              <a:spcBef>
                <a:spcPts val="1000"/>
              </a:spcBef>
              <a:spcAft>
                <a:spcPts val="0"/>
              </a:spcAft>
              <a:buSzPts val="1600"/>
              <a:buNone/>
            </a:pPr>
            <a:endParaRPr sz="2900">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65" name="Google Shape;265;p16"/>
          <p:cNvSpPr txBox="1"/>
          <p:nvPr/>
        </p:nvSpPr>
        <p:spPr>
          <a:xfrm>
            <a:off x="872075" y="1770850"/>
            <a:ext cx="4252800" cy="1631700"/>
          </a:xfrm>
          <a:prstGeom prst="rect">
            <a:avLst/>
          </a:prstGeom>
          <a:noFill/>
          <a:ln>
            <a:noFill/>
          </a:ln>
        </p:spPr>
        <p:txBody>
          <a:bodyPr spcFirstLastPara="1" wrap="square" lIns="91425" tIns="45700" rIns="91425" bIns="45700" anchor="t" anchorCtr="0">
            <a:spAutoFit/>
          </a:bodyPr>
          <a:lstStyle/>
          <a:p>
            <a:pPr marL="0" marR="0" lvl="0" indent="31750" algn="l" rtl="0">
              <a:lnSpc>
                <a:spcPct val="150000"/>
              </a:lnSpc>
              <a:spcBef>
                <a:spcPts val="0"/>
              </a:spcBef>
              <a:spcAft>
                <a:spcPts val="0"/>
              </a:spcAft>
              <a:buClr>
                <a:schemeClr val="accent1"/>
              </a:buClr>
              <a:buSzPts val="2500"/>
              <a:buFont typeface="Arial" panose="020B0604020202020204"/>
              <a:buChar char="•"/>
            </a:pPr>
            <a:r>
              <a:rPr lang="en-US" sz="2500" b="0" i="0" u="none" strike="noStrike" cap="none">
                <a:solidFill>
                  <a:schemeClr val="accent1"/>
                </a:solidFill>
                <a:latin typeface="Times New Roman" panose="02020603050405020304"/>
                <a:ea typeface="Times New Roman" panose="02020603050405020304"/>
                <a:cs typeface="Times New Roman" panose="02020603050405020304"/>
                <a:sym typeface="Times New Roman" panose="02020603050405020304"/>
              </a:rPr>
              <a:t>Processor: </a:t>
            </a:r>
            <a:r>
              <a:rPr lang="en-US" sz="25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Intel i5 or higher</a:t>
            </a:r>
            <a:endParaRPr sz="21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31750" algn="l" rtl="0">
              <a:lnSpc>
                <a:spcPct val="150000"/>
              </a:lnSpc>
              <a:spcBef>
                <a:spcPts val="0"/>
              </a:spcBef>
              <a:spcAft>
                <a:spcPts val="0"/>
              </a:spcAft>
              <a:buClr>
                <a:schemeClr val="accent1"/>
              </a:buClr>
              <a:buSzPts val="2500"/>
              <a:buFont typeface="Arial" panose="020B0604020202020204"/>
              <a:buChar char="•"/>
            </a:pPr>
            <a:r>
              <a:rPr lang="en-US" sz="2500" b="0" i="0" u="none" strike="noStrike" cap="none">
                <a:solidFill>
                  <a:schemeClr val="accent1"/>
                </a:solidFill>
                <a:latin typeface="Times New Roman" panose="02020603050405020304"/>
                <a:ea typeface="Times New Roman" panose="02020603050405020304"/>
                <a:cs typeface="Times New Roman" panose="02020603050405020304"/>
                <a:sym typeface="Times New Roman" panose="02020603050405020304"/>
              </a:rPr>
              <a:t>RAM: </a:t>
            </a:r>
            <a:r>
              <a:rPr lang="en-US" sz="25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Minimum 8 GB</a:t>
            </a:r>
            <a:endParaRPr sz="2100" b="0" i="0" u="none" strike="noStrike" cap="none">
              <a:solidFill>
                <a:srgbClr val="000000"/>
              </a:solidFill>
              <a:latin typeface="Arial" panose="020B0604020202020204"/>
              <a:ea typeface="Arial" panose="020B0604020202020204"/>
              <a:cs typeface="Arial" panose="020B0604020202020204"/>
              <a:sym typeface="Arial" panose="020B0604020202020204"/>
            </a:endParaRPr>
          </a:p>
          <a:p>
            <a:pPr marL="0" marR="0" lvl="0" indent="31750" algn="l" rtl="0">
              <a:lnSpc>
                <a:spcPct val="150000"/>
              </a:lnSpc>
              <a:spcBef>
                <a:spcPts val="0"/>
              </a:spcBef>
              <a:spcAft>
                <a:spcPts val="0"/>
              </a:spcAft>
              <a:buClr>
                <a:schemeClr val="accent1"/>
              </a:buClr>
              <a:buSzPts val="2500"/>
              <a:buFont typeface="Arial" panose="020B0604020202020204"/>
              <a:buChar char="•"/>
            </a:pPr>
            <a:r>
              <a:rPr lang="en-US" sz="2500" b="0" i="0" u="none" strike="noStrike" cap="none">
                <a:solidFill>
                  <a:schemeClr val="accent1"/>
                </a:solidFill>
                <a:latin typeface="Times New Roman" panose="02020603050405020304"/>
                <a:ea typeface="Times New Roman" panose="02020603050405020304"/>
                <a:cs typeface="Times New Roman" panose="02020603050405020304"/>
                <a:sym typeface="Times New Roman" panose="02020603050405020304"/>
              </a:rPr>
              <a:t>Storage: </a:t>
            </a:r>
            <a:r>
              <a:rPr lang="en-US" sz="2500" b="0" i="0" u="none" strike="noStrike" cap="none">
                <a:solidFill>
                  <a:schemeClr val="lt1"/>
                </a:solidFill>
                <a:latin typeface="Times New Roman" panose="02020603050405020304"/>
                <a:ea typeface="Times New Roman" panose="02020603050405020304"/>
                <a:cs typeface="Times New Roman" panose="02020603050405020304"/>
                <a:sym typeface="Times New Roman" panose="02020603050405020304"/>
              </a:rPr>
              <a:t>Minimum 50 GB</a:t>
            </a:r>
            <a:endParaRPr sz="21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
        <p:nvSpPr>
          <p:cNvPr id="266" name="Google Shape;266;p16"/>
          <p:cNvSpPr txBox="1"/>
          <p:nvPr/>
        </p:nvSpPr>
        <p:spPr>
          <a:xfrm>
            <a:off x="5486925" y="845350"/>
            <a:ext cx="4252800" cy="697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accent1"/>
              </a:buClr>
              <a:buSzPts val="5400"/>
              <a:buFont typeface="Times New Roman" panose="02020603050405020304"/>
              <a:buNone/>
            </a:pPr>
            <a:r>
              <a:rPr lang="en-US" sz="3100">
                <a:solidFill>
                  <a:schemeClr val="accent1"/>
                </a:solidFill>
                <a:latin typeface="Times New Roman" panose="02020603050405020304"/>
                <a:ea typeface="Times New Roman" panose="02020603050405020304"/>
                <a:cs typeface="Times New Roman" panose="02020603050405020304"/>
                <a:sym typeface="Times New Roman" panose="02020603050405020304"/>
              </a:rPr>
              <a:t>  Software Requirements</a:t>
            </a:r>
            <a:endParaRPr sz="1300">
              <a:solidFill>
                <a:schemeClr val="accent1"/>
              </a:solidFill>
              <a:latin typeface="Trebuchet MS" panose="020B0603020202020204"/>
              <a:ea typeface="Trebuchet MS" panose="020B0603020202020204"/>
              <a:cs typeface="Trebuchet MS" panose="020B0603020202020204"/>
              <a:sym typeface="Trebuchet MS" panose="020B0603020202020204"/>
            </a:endParaRPr>
          </a:p>
        </p:txBody>
      </p:sp>
      <p:sp>
        <p:nvSpPr>
          <p:cNvPr id="267" name="Google Shape;267;p16"/>
          <p:cNvSpPr txBox="1"/>
          <p:nvPr/>
        </p:nvSpPr>
        <p:spPr>
          <a:xfrm>
            <a:off x="5486925" y="1770850"/>
            <a:ext cx="4548000" cy="5165100"/>
          </a:xfrm>
          <a:prstGeom prst="rect">
            <a:avLst/>
          </a:prstGeom>
          <a:noFill/>
          <a:ln>
            <a:noFill/>
          </a:ln>
        </p:spPr>
        <p:txBody>
          <a:bodyPr spcFirstLastPara="1" wrap="square" lIns="91425" tIns="91425" rIns="91425" bIns="91425" anchor="t" anchorCtr="0">
            <a:noAutofit/>
          </a:bodyPr>
          <a:lstStyle/>
          <a:p>
            <a:pPr marL="0" lvl="0" indent="57150" algn="l" rtl="0">
              <a:lnSpc>
                <a:spcPct val="150000"/>
              </a:lnSpc>
              <a:spcBef>
                <a:spcPts val="0"/>
              </a:spcBef>
              <a:spcAft>
                <a:spcPts val="0"/>
              </a:spcAft>
              <a:buClr>
                <a:schemeClr val="accent1"/>
              </a:buClr>
              <a:buSzPts val="2100"/>
              <a:buChar char="•"/>
            </a:pPr>
            <a:r>
              <a:rPr lang="en-US" sz="2100">
                <a:solidFill>
                  <a:schemeClr val="accent1"/>
                </a:solidFill>
                <a:latin typeface="Times New Roman" panose="02020603050405020304"/>
                <a:ea typeface="Times New Roman" panose="02020603050405020304"/>
                <a:cs typeface="Times New Roman" panose="02020603050405020304"/>
                <a:sym typeface="Times New Roman" panose="02020603050405020304"/>
              </a:rPr>
              <a:t>Operating System: </a:t>
            </a:r>
            <a:r>
              <a:rPr lang="en-US" sz="2100">
                <a:solidFill>
                  <a:schemeClr val="lt1"/>
                </a:solidFill>
                <a:latin typeface="Times New Roman" panose="02020603050405020304"/>
                <a:ea typeface="Times New Roman" panose="02020603050405020304"/>
                <a:cs typeface="Times New Roman" panose="02020603050405020304"/>
                <a:sym typeface="Times New Roman" panose="02020603050405020304"/>
              </a:rPr>
              <a:t>Windows </a:t>
            </a:r>
            <a:endParaRPr sz="1700">
              <a:solidFill>
                <a:schemeClr val="dk1"/>
              </a:solidFill>
            </a:endParaRPr>
          </a:p>
          <a:p>
            <a:pPr marL="0" lvl="0" indent="57150" algn="l" rtl="0">
              <a:lnSpc>
                <a:spcPct val="150000"/>
              </a:lnSpc>
              <a:spcBef>
                <a:spcPts val="0"/>
              </a:spcBef>
              <a:spcAft>
                <a:spcPts val="0"/>
              </a:spcAft>
              <a:buClr>
                <a:schemeClr val="accent1"/>
              </a:buClr>
              <a:buSzPts val="2100"/>
              <a:buChar char="•"/>
            </a:pPr>
            <a:r>
              <a:rPr lang="en-US" sz="2100">
                <a:solidFill>
                  <a:schemeClr val="accent1"/>
                </a:solidFill>
                <a:latin typeface="Times New Roman" panose="02020603050405020304"/>
                <a:ea typeface="Times New Roman" panose="02020603050405020304"/>
                <a:cs typeface="Times New Roman" panose="02020603050405020304"/>
                <a:sym typeface="Times New Roman" panose="02020603050405020304"/>
              </a:rPr>
              <a:t>Programming Language: </a:t>
            </a:r>
            <a:r>
              <a:rPr lang="en-US" sz="2100">
                <a:solidFill>
                  <a:schemeClr val="lt1"/>
                </a:solidFill>
                <a:latin typeface="Times New Roman" panose="02020603050405020304"/>
                <a:ea typeface="Times New Roman" panose="02020603050405020304"/>
                <a:cs typeface="Times New Roman" panose="02020603050405020304"/>
                <a:sym typeface="Times New Roman" panose="02020603050405020304"/>
              </a:rPr>
              <a:t>Python3.9,Kotlin</a:t>
            </a:r>
            <a:endParaRPr sz="1700">
              <a:solidFill>
                <a:schemeClr val="dk1"/>
              </a:solidFill>
            </a:endParaRPr>
          </a:p>
          <a:p>
            <a:pPr marL="0" lvl="0" indent="57150" algn="l" rtl="0">
              <a:lnSpc>
                <a:spcPct val="150000"/>
              </a:lnSpc>
              <a:spcBef>
                <a:spcPts val="0"/>
              </a:spcBef>
              <a:spcAft>
                <a:spcPts val="0"/>
              </a:spcAft>
              <a:buClr>
                <a:schemeClr val="accent1"/>
              </a:buClr>
              <a:buSzPts val="2100"/>
              <a:buChar char="•"/>
            </a:pPr>
            <a:r>
              <a:rPr lang="en-US" sz="2100">
                <a:solidFill>
                  <a:schemeClr val="accent1"/>
                </a:solidFill>
                <a:latin typeface="Times New Roman" panose="02020603050405020304"/>
                <a:ea typeface="Times New Roman" panose="02020603050405020304"/>
                <a:cs typeface="Times New Roman" panose="02020603050405020304"/>
                <a:sym typeface="Times New Roman" panose="02020603050405020304"/>
              </a:rPr>
              <a:t>Backend Framework: </a:t>
            </a:r>
            <a:r>
              <a:rPr lang="en-US" sz="2100">
                <a:solidFill>
                  <a:schemeClr val="lt1"/>
                </a:solidFill>
                <a:latin typeface="Times New Roman" panose="02020603050405020304"/>
                <a:ea typeface="Times New Roman" panose="02020603050405020304"/>
                <a:cs typeface="Times New Roman" panose="02020603050405020304"/>
                <a:sym typeface="Times New Roman" panose="02020603050405020304"/>
              </a:rPr>
              <a:t>Flask / FastAPI</a:t>
            </a:r>
            <a:endParaRPr sz="21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57150" algn="l" rtl="0">
              <a:lnSpc>
                <a:spcPct val="150000"/>
              </a:lnSpc>
              <a:spcBef>
                <a:spcPts val="0"/>
              </a:spcBef>
              <a:spcAft>
                <a:spcPts val="0"/>
              </a:spcAft>
              <a:buClr>
                <a:schemeClr val="accent1"/>
              </a:buClr>
              <a:buSzPts val="2100"/>
              <a:buChar char="•"/>
            </a:pPr>
            <a:r>
              <a:rPr lang="en-US" sz="2100">
                <a:solidFill>
                  <a:schemeClr val="accent1"/>
                </a:solidFill>
                <a:latin typeface="Times New Roman" panose="02020603050405020304"/>
                <a:ea typeface="Times New Roman" panose="02020603050405020304"/>
                <a:cs typeface="Times New Roman" panose="02020603050405020304"/>
                <a:sym typeface="Times New Roman" panose="02020603050405020304"/>
              </a:rPr>
              <a:t>Frontend: </a:t>
            </a:r>
            <a:r>
              <a:rPr lang="en-US" sz="2100">
                <a:solidFill>
                  <a:schemeClr val="lt1"/>
                </a:solidFill>
                <a:latin typeface="Times New Roman" panose="02020603050405020304"/>
                <a:ea typeface="Times New Roman" panose="02020603050405020304"/>
                <a:cs typeface="Times New Roman" panose="02020603050405020304"/>
                <a:sym typeface="Times New Roman" panose="02020603050405020304"/>
              </a:rPr>
              <a:t>HTML, CSS, JavaScript</a:t>
            </a:r>
            <a:endParaRPr sz="21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l" rtl="0">
              <a:lnSpc>
                <a:spcPct val="150000"/>
              </a:lnSpc>
              <a:spcBef>
                <a:spcPts val="0"/>
              </a:spcBef>
              <a:spcAft>
                <a:spcPts val="0"/>
              </a:spcAft>
              <a:buClr>
                <a:schemeClr val="lt1"/>
              </a:buClr>
              <a:buSzPts val="2100"/>
              <a:buFont typeface="Times New Roman" panose="02020603050405020304"/>
              <a:buChar char="•"/>
            </a:pPr>
            <a:r>
              <a:rPr lang="en-US" sz="2100">
                <a:solidFill>
                  <a:schemeClr val="lt1"/>
                </a:solidFill>
                <a:latin typeface="Times New Roman" panose="02020603050405020304"/>
                <a:ea typeface="Times New Roman" panose="02020603050405020304"/>
                <a:cs typeface="Times New Roman" panose="02020603050405020304"/>
                <a:sym typeface="Times New Roman" panose="02020603050405020304"/>
              </a:rPr>
              <a:t>Android Studio (Latest stable version)</a:t>
            </a:r>
            <a:endParaRPr sz="21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61950" algn="l" rtl="0">
              <a:lnSpc>
                <a:spcPct val="150000"/>
              </a:lnSpc>
              <a:spcBef>
                <a:spcPts val="0"/>
              </a:spcBef>
              <a:spcAft>
                <a:spcPts val="0"/>
              </a:spcAft>
              <a:buClr>
                <a:schemeClr val="accent1"/>
              </a:buClr>
              <a:buSzPts val="2100"/>
              <a:buFont typeface="Times New Roman" panose="02020603050405020304"/>
              <a:buChar char="•"/>
            </a:pPr>
            <a:r>
              <a:rPr lang="en-US" sz="2100">
                <a:solidFill>
                  <a:schemeClr val="accent1"/>
                </a:solidFill>
                <a:latin typeface="Times New Roman" panose="02020603050405020304"/>
                <a:ea typeface="Times New Roman" panose="02020603050405020304"/>
                <a:cs typeface="Times New Roman" panose="02020603050405020304"/>
                <a:sym typeface="Times New Roman" panose="02020603050405020304"/>
              </a:rPr>
              <a:t>Android SDK</a:t>
            </a:r>
            <a:endParaRPr sz="2100">
              <a:solidFill>
                <a:schemeClr val="accen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lnSpc>
                <a:spcPct val="150000"/>
              </a:lnSpc>
              <a:spcBef>
                <a:spcPts val="0"/>
              </a:spcBef>
              <a:spcAft>
                <a:spcPts val="0"/>
              </a:spcAft>
              <a:buNone/>
            </a:pPr>
            <a:endParaRPr sz="21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271" name="Shape 271"/>
        <p:cNvGrpSpPr/>
        <p:nvPr/>
      </p:nvGrpSpPr>
      <p:grpSpPr>
        <a:xfrm>
          <a:off x="0" y="0"/>
          <a:ext cx="0" cy="0"/>
          <a:chOff x="0" y="0"/>
          <a:chExt cx="0" cy="0"/>
        </a:xfrm>
      </p:grpSpPr>
      <p:sp>
        <p:nvSpPr>
          <p:cNvPr id="272" name="Google Shape;272;p18"/>
          <p:cNvSpPr txBox="1"/>
          <p:nvPr>
            <p:ph type="title"/>
          </p:nvPr>
        </p:nvSpPr>
        <p:spPr>
          <a:xfrm>
            <a:off x="1083725" y="254900"/>
            <a:ext cx="8596800" cy="1116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2400"/>
              <a:buFont typeface="Times New Roman" panose="02020603050405020304"/>
              <a:buNone/>
            </a:pPr>
            <a:r>
              <a:rPr lang="en-US" sz="2400" b="1">
                <a:latin typeface="Times New Roman" panose="02020603050405020304"/>
                <a:ea typeface="Times New Roman" panose="02020603050405020304"/>
                <a:cs typeface="Times New Roman" panose="02020603050405020304"/>
                <a:sym typeface="Times New Roman" panose="02020603050405020304"/>
              </a:rPr>
              <a:t>                  </a:t>
            </a:r>
            <a:r>
              <a:rPr lang="en-US" sz="5400">
                <a:latin typeface="Times New Roman" panose="02020603050405020304"/>
                <a:ea typeface="Times New Roman" panose="02020603050405020304"/>
                <a:cs typeface="Times New Roman" panose="02020603050405020304"/>
                <a:sym typeface="Times New Roman" panose="02020603050405020304"/>
              </a:rPr>
              <a:t>Library Requirements</a:t>
            </a:r>
            <a:endParaRPr lang="en-US" sz="5400">
              <a:latin typeface="Times New Roman" panose="02020603050405020304"/>
              <a:ea typeface="Times New Roman" panose="02020603050405020304"/>
              <a:cs typeface="Times New Roman" panose="02020603050405020304"/>
              <a:sym typeface="Times New Roman" panose="02020603050405020304"/>
            </a:endParaRPr>
          </a:p>
        </p:txBody>
      </p:sp>
      <p:sp>
        <p:nvSpPr>
          <p:cNvPr id="273" name="Google Shape;273;p18"/>
          <p:cNvSpPr txBox="1"/>
          <p:nvPr/>
        </p:nvSpPr>
        <p:spPr>
          <a:xfrm>
            <a:off x="926750" y="1371500"/>
            <a:ext cx="8897100" cy="4933200"/>
          </a:xfrm>
          <a:prstGeom prst="rect">
            <a:avLst/>
          </a:prstGeom>
          <a:noFill/>
          <a:ln>
            <a:noFill/>
          </a:ln>
        </p:spPr>
        <p:txBody>
          <a:bodyPr spcFirstLastPara="1" wrap="square" lIns="91425" tIns="45700" rIns="91425" bIns="45700" anchor="t" anchorCtr="0">
            <a:spAutoFit/>
          </a:bodyPr>
          <a:lstStyle/>
          <a:p>
            <a:pPr marL="457200" lvl="0" indent="0" algn="l" rtl="0">
              <a:lnSpc>
                <a:spcPct val="150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NumPy</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 For numerical computations and array operations</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Pandas</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 For data manipulation, cleaning, and analysis</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Scikit-learn</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 For implementing the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algorithm</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preprocessing, and model evaluation</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Matplotlib</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 For data visualization and performance analysis</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0" algn="l" rtl="0">
              <a:lnSpc>
                <a:spcPct val="150000"/>
              </a:lnSpc>
              <a:spcBef>
                <a:spcPts val="120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Seaborn</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 For advanced statistical visualizations (optional)</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marR="0" lvl="0" indent="0" algn="l" rtl="0">
              <a:lnSpc>
                <a:spcPct val="150000"/>
              </a:lnSpc>
              <a:spcBef>
                <a:spcPts val="1200"/>
              </a:spcBef>
              <a:spcAft>
                <a:spcPts val="0"/>
              </a:spcAft>
              <a:buClr>
                <a:srgbClr val="000000"/>
              </a:buClr>
              <a:buSzPts val="30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Flask / Streamlit</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 For building a </a:t>
            </a:r>
            <a:r>
              <a:rPr lang="en-US" sz="2300" b="1">
                <a:solidFill>
                  <a:schemeClr val="lt1"/>
                </a:solidFill>
                <a:latin typeface="Times New Roman" panose="02020603050405020304"/>
                <a:ea typeface="Times New Roman" panose="02020603050405020304"/>
                <a:cs typeface="Times New Roman" panose="02020603050405020304"/>
                <a:sym typeface="Times New Roman" panose="02020603050405020304"/>
              </a:rPr>
              <a:t>user-friendly web interface</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(if deployed as a web application)</a:t>
            </a:r>
            <a:endParaRPr sz="35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277" name="Shape 277"/>
        <p:cNvGrpSpPr/>
        <p:nvPr/>
      </p:nvGrpSpPr>
      <p:grpSpPr>
        <a:xfrm>
          <a:off x="0" y="0"/>
          <a:ext cx="0" cy="0"/>
          <a:chOff x="0" y="0"/>
          <a:chExt cx="0" cy="0"/>
        </a:xfrm>
      </p:grpSpPr>
      <p:sp>
        <p:nvSpPr>
          <p:cNvPr id="278" name="Google Shape;278;p22"/>
          <p:cNvSpPr txBox="1"/>
          <p:nvPr>
            <p:ph type="title"/>
          </p:nvPr>
        </p:nvSpPr>
        <p:spPr>
          <a:xfrm>
            <a:off x="1227675" y="216050"/>
            <a:ext cx="8596800" cy="6636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3600"/>
              <a:buFont typeface="Times New Roman" panose="02020603050405020304"/>
              <a:buNone/>
            </a:pPr>
            <a:r>
              <a:rPr lang="en-US">
                <a:latin typeface="Times New Roman" panose="02020603050405020304"/>
                <a:ea typeface="Times New Roman" panose="02020603050405020304"/>
                <a:cs typeface="Times New Roman" panose="02020603050405020304"/>
                <a:sym typeface="Times New Roman" panose="02020603050405020304"/>
              </a:rPr>
              <a:t>                            UML Diagrams</a:t>
            </a:r>
            <a:endParaRPr lang="en-US">
              <a:latin typeface="Times New Roman" panose="02020603050405020304"/>
              <a:ea typeface="Times New Roman" panose="02020603050405020304"/>
              <a:cs typeface="Times New Roman" panose="02020603050405020304"/>
              <a:sym typeface="Times New Roman" panose="02020603050405020304"/>
            </a:endParaRPr>
          </a:p>
        </p:txBody>
      </p:sp>
      <p:pic>
        <p:nvPicPr>
          <p:cNvPr id="279" name="Google Shape;279;p22"/>
          <p:cNvPicPr preferRelativeResize="0"/>
          <p:nvPr/>
        </p:nvPicPr>
        <p:blipFill rotWithShape="1">
          <a:blip r:embed="rId1"/>
          <a:srcRect l="-808" t="-4306" r="-5518" b="-5837"/>
          <a:stretch>
            <a:fillRect/>
          </a:stretch>
        </p:blipFill>
        <p:spPr>
          <a:xfrm>
            <a:off x="462975" y="1049450"/>
            <a:ext cx="10108576" cy="56793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283" name="Shape 283"/>
        <p:cNvGrpSpPr/>
        <p:nvPr/>
      </p:nvGrpSpPr>
      <p:grpSpPr>
        <a:xfrm>
          <a:off x="0" y="0"/>
          <a:ext cx="0" cy="0"/>
          <a:chOff x="0" y="0"/>
          <a:chExt cx="0" cy="0"/>
        </a:xfrm>
      </p:grpSpPr>
      <p:sp>
        <p:nvSpPr>
          <p:cNvPr id="284" name="Google Shape;284;g3bd14be0e67_0_17"/>
          <p:cNvSpPr txBox="1"/>
          <p:nvPr>
            <p:ph type="title"/>
          </p:nvPr>
        </p:nvSpPr>
        <p:spPr>
          <a:xfrm>
            <a:off x="677325" y="609600"/>
            <a:ext cx="8596800" cy="7248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             SYSTEM ARCHITECTURE</a:t>
            </a:r>
            <a:endParaRPr lang="en-US"/>
          </a:p>
        </p:txBody>
      </p:sp>
      <p:pic>
        <p:nvPicPr>
          <p:cNvPr id="285" name="Google Shape;285;g3bd14be0e67_0_17"/>
          <p:cNvPicPr preferRelativeResize="0"/>
          <p:nvPr/>
        </p:nvPicPr>
        <p:blipFill>
          <a:blip r:embed="rId1"/>
          <a:stretch>
            <a:fillRect/>
          </a:stretch>
        </p:blipFill>
        <p:spPr>
          <a:xfrm>
            <a:off x="955600" y="1544600"/>
            <a:ext cx="8972550" cy="4534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289" name="Shape 289"/>
        <p:cNvGrpSpPr/>
        <p:nvPr/>
      </p:nvGrpSpPr>
      <p:grpSpPr>
        <a:xfrm>
          <a:off x="0" y="0"/>
          <a:ext cx="0" cy="0"/>
          <a:chOff x="0" y="0"/>
          <a:chExt cx="0" cy="0"/>
        </a:xfrm>
      </p:grpSpPr>
      <p:sp>
        <p:nvSpPr>
          <p:cNvPr id="290" name="Google Shape;290;g3bd14be0e67_0_22"/>
          <p:cNvSpPr txBox="1"/>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                     ER DIAGRAM</a:t>
            </a:r>
            <a:endParaRPr lang="en-US"/>
          </a:p>
        </p:txBody>
      </p:sp>
      <p:pic>
        <p:nvPicPr>
          <p:cNvPr id="291" name="Google Shape;291;g3bd14be0e67_0_22"/>
          <p:cNvPicPr preferRelativeResize="0"/>
          <p:nvPr/>
        </p:nvPicPr>
        <p:blipFill>
          <a:blip r:embed="rId1"/>
          <a:stretch>
            <a:fillRect/>
          </a:stretch>
        </p:blipFill>
        <p:spPr>
          <a:xfrm>
            <a:off x="856725" y="1811050"/>
            <a:ext cx="8648700" cy="46005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295" name="Shape 295"/>
        <p:cNvGrpSpPr/>
        <p:nvPr/>
      </p:nvGrpSpPr>
      <p:grpSpPr>
        <a:xfrm>
          <a:off x="0" y="0"/>
          <a:ext cx="0" cy="0"/>
          <a:chOff x="0" y="0"/>
          <a:chExt cx="0" cy="0"/>
        </a:xfrm>
      </p:grpSpPr>
      <p:sp>
        <p:nvSpPr>
          <p:cNvPr id="296" name="Google Shape;296;g3bd14be0e67_0_27"/>
          <p:cNvSpPr txBox="1"/>
          <p:nvPr>
            <p:ph type="title"/>
          </p:nvPr>
        </p:nvSpPr>
        <p:spPr>
          <a:xfrm>
            <a:off x="677325" y="609600"/>
            <a:ext cx="8596800" cy="6261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None/>
            </a:pPr>
            <a:r>
              <a:rPr lang="en-US"/>
              <a:t>                  SEQUENCE DIAGRAM</a:t>
            </a:r>
            <a:endParaRPr lang="en-US"/>
          </a:p>
        </p:txBody>
      </p:sp>
      <p:pic>
        <p:nvPicPr>
          <p:cNvPr id="297" name="Google Shape;297;g3bd14be0e67_0_27"/>
          <p:cNvPicPr preferRelativeResize="0"/>
          <p:nvPr/>
        </p:nvPicPr>
        <p:blipFill>
          <a:blip r:embed="rId1"/>
          <a:stretch>
            <a:fillRect/>
          </a:stretch>
        </p:blipFill>
        <p:spPr>
          <a:xfrm>
            <a:off x="1795850" y="1313975"/>
            <a:ext cx="5867587" cy="531750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301" name="Shape 301"/>
        <p:cNvGrpSpPr/>
        <p:nvPr/>
      </p:nvGrpSpPr>
      <p:grpSpPr>
        <a:xfrm>
          <a:off x="0" y="0"/>
          <a:ext cx="0" cy="0"/>
          <a:chOff x="0" y="0"/>
          <a:chExt cx="0" cy="0"/>
        </a:xfrm>
      </p:grpSpPr>
      <p:sp>
        <p:nvSpPr>
          <p:cNvPr id="302" name="Google Shape;302;p19"/>
          <p:cNvSpPr txBox="1"/>
          <p:nvPr>
            <p:ph type="title"/>
          </p:nvPr>
        </p:nvSpPr>
        <p:spPr>
          <a:xfrm>
            <a:off x="677325" y="160650"/>
            <a:ext cx="8596800" cy="828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accent1"/>
              </a:buClr>
              <a:buSzPts val="3600"/>
              <a:buFont typeface="Times New Roman" panose="02020603050405020304"/>
              <a:buNone/>
            </a:pPr>
            <a:r>
              <a:rPr lang="en-US" sz="3600">
                <a:latin typeface="Times New Roman" panose="02020603050405020304"/>
                <a:ea typeface="Times New Roman" panose="02020603050405020304"/>
                <a:cs typeface="Times New Roman" panose="02020603050405020304"/>
                <a:sym typeface="Times New Roman" panose="02020603050405020304"/>
              </a:rPr>
              <a:t>                         Data Flow Diagram</a:t>
            </a:r>
            <a:endParaRPr>
              <a:latin typeface="Times New Roman" panose="02020603050405020304"/>
              <a:ea typeface="Times New Roman" panose="02020603050405020304"/>
              <a:cs typeface="Times New Roman" panose="02020603050405020304"/>
              <a:sym typeface="Times New Roman" panose="02020603050405020304"/>
            </a:endParaRPr>
          </a:p>
        </p:txBody>
      </p:sp>
      <p:pic>
        <p:nvPicPr>
          <p:cNvPr id="303" name="Google Shape;303;p19"/>
          <p:cNvPicPr preferRelativeResize="0"/>
          <p:nvPr/>
        </p:nvPicPr>
        <p:blipFill>
          <a:blip r:embed="rId1"/>
          <a:stretch>
            <a:fillRect/>
          </a:stretch>
        </p:blipFill>
        <p:spPr>
          <a:xfrm>
            <a:off x="1169750" y="1077375"/>
            <a:ext cx="8225750" cy="50639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307" name="Shape 307"/>
        <p:cNvGrpSpPr/>
        <p:nvPr/>
      </p:nvGrpSpPr>
      <p:grpSpPr>
        <a:xfrm>
          <a:off x="0" y="0"/>
          <a:ext cx="0" cy="0"/>
          <a:chOff x="0" y="0"/>
          <a:chExt cx="0" cy="0"/>
        </a:xfrm>
      </p:grpSpPr>
      <p:sp>
        <p:nvSpPr>
          <p:cNvPr id="308" name="Google Shape;308;g3bd14be0e67_0_0"/>
          <p:cNvSpPr txBox="1"/>
          <p:nvPr>
            <p:ph type="title"/>
          </p:nvPr>
        </p:nvSpPr>
        <p:spPr>
          <a:xfrm>
            <a:off x="677334" y="609600"/>
            <a:ext cx="8596800" cy="13209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              COMPONENT DIAGRAM </a:t>
            </a:r>
            <a:endParaRPr lang="en-US"/>
          </a:p>
        </p:txBody>
      </p:sp>
      <p:pic>
        <p:nvPicPr>
          <p:cNvPr id="309" name="Google Shape;309;g3bd14be0e67_0_0"/>
          <p:cNvPicPr preferRelativeResize="0"/>
          <p:nvPr/>
        </p:nvPicPr>
        <p:blipFill>
          <a:blip r:embed="rId1"/>
          <a:stretch>
            <a:fillRect/>
          </a:stretch>
        </p:blipFill>
        <p:spPr>
          <a:xfrm>
            <a:off x="943250" y="1662775"/>
            <a:ext cx="8566488" cy="46227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313" name="Shape 313"/>
        <p:cNvGrpSpPr/>
        <p:nvPr/>
      </p:nvGrpSpPr>
      <p:grpSpPr>
        <a:xfrm>
          <a:off x="0" y="0"/>
          <a:ext cx="0" cy="0"/>
          <a:chOff x="0" y="0"/>
          <a:chExt cx="0" cy="0"/>
        </a:xfrm>
      </p:grpSpPr>
      <p:sp>
        <p:nvSpPr>
          <p:cNvPr id="314" name="Google Shape;314;g3bd14be0e67_0_5"/>
          <p:cNvSpPr txBox="1"/>
          <p:nvPr>
            <p:ph type="title"/>
          </p:nvPr>
        </p:nvSpPr>
        <p:spPr>
          <a:xfrm>
            <a:off x="677325" y="609600"/>
            <a:ext cx="8596800" cy="724800"/>
          </a:xfrm>
          <a:prstGeom prst="rect">
            <a:avLst/>
          </a:prstGeom>
        </p:spPr>
        <p:txBody>
          <a:bodyPr spcFirstLastPara="1" wrap="square" lIns="91425" tIns="45700" rIns="91425" bIns="45700" anchor="t" anchorCtr="0">
            <a:normAutofit/>
          </a:bodyPr>
          <a:lstStyle/>
          <a:p>
            <a:pPr marL="0" lvl="0" indent="0" algn="l" rtl="0">
              <a:spcBef>
                <a:spcPts val="0"/>
              </a:spcBef>
              <a:spcAft>
                <a:spcPts val="0"/>
              </a:spcAft>
              <a:buNone/>
            </a:pPr>
            <a:r>
              <a:rPr lang="en-US"/>
              <a:t>           COLLABORATION DIAGRAM</a:t>
            </a:r>
            <a:endParaRPr lang="en-US"/>
          </a:p>
        </p:txBody>
      </p:sp>
      <p:pic>
        <p:nvPicPr>
          <p:cNvPr id="315" name="Google Shape;315;g3bd14be0e67_0_5"/>
          <p:cNvPicPr preferRelativeResize="0"/>
          <p:nvPr/>
        </p:nvPicPr>
        <p:blipFill>
          <a:blip r:embed="rId1"/>
          <a:stretch>
            <a:fillRect/>
          </a:stretch>
        </p:blipFill>
        <p:spPr>
          <a:xfrm>
            <a:off x="988550" y="1412675"/>
            <a:ext cx="8285574" cy="4802774"/>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319" name="Shape 319"/>
        <p:cNvGrpSpPr/>
        <p:nvPr/>
      </p:nvGrpSpPr>
      <p:grpSpPr>
        <a:xfrm>
          <a:off x="0" y="0"/>
          <a:ext cx="0" cy="0"/>
          <a:chOff x="0" y="0"/>
          <a:chExt cx="0" cy="0"/>
        </a:xfrm>
      </p:grpSpPr>
      <p:sp>
        <p:nvSpPr>
          <p:cNvPr id="320" name="Google Shape;320;g3bd14be0e67_0_12"/>
          <p:cNvSpPr txBox="1"/>
          <p:nvPr>
            <p:ph type="title"/>
          </p:nvPr>
        </p:nvSpPr>
        <p:spPr>
          <a:xfrm>
            <a:off x="677325" y="609600"/>
            <a:ext cx="8596800" cy="601500"/>
          </a:xfrm>
          <a:prstGeom prst="rect">
            <a:avLst/>
          </a:prstGeom>
        </p:spPr>
        <p:txBody>
          <a:bodyPr spcFirstLastPara="1" wrap="square" lIns="91425" tIns="45700" rIns="91425" bIns="45700" anchor="t" anchorCtr="0">
            <a:normAutofit fontScale="90000"/>
          </a:bodyPr>
          <a:lstStyle/>
          <a:p>
            <a:pPr marL="0" lvl="0" indent="0" algn="l" rtl="0">
              <a:spcBef>
                <a:spcPts val="0"/>
              </a:spcBef>
              <a:spcAft>
                <a:spcPts val="0"/>
              </a:spcAft>
              <a:buNone/>
            </a:pPr>
            <a:r>
              <a:rPr lang="en-US"/>
              <a:t>                   DEPLOYMENT DIAGRAM</a:t>
            </a:r>
            <a:endParaRPr lang="en-US"/>
          </a:p>
        </p:txBody>
      </p:sp>
      <p:pic>
        <p:nvPicPr>
          <p:cNvPr id="321" name="Google Shape;321;g3bd14be0e67_0_12"/>
          <p:cNvPicPr preferRelativeResize="0"/>
          <p:nvPr/>
        </p:nvPicPr>
        <p:blipFill>
          <a:blip r:embed="rId1"/>
          <a:stretch>
            <a:fillRect/>
          </a:stretch>
        </p:blipFill>
        <p:spPr>
          <a:xfrm>
            <a:off x="152400" y="1363500"/>
            <a:ext cx="11887202" cy="48643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325" name="Shape 325"/>
        <p:cNvGrpSpPr/>
        <p:nvPr/>
      </p:nvGrpSpPr>
      <p:grpSpPr>
        <a:xfrm>
          <a:off x="0" y="0"/>
          <a:ext cx="0" cy="0"/>
          <a:chOff x="0" y="0"/>
          <a:chExt cx="0" cy="0"/>
        </a:xfrm>
      </p:grpSpPr>
      <p:sp>
        <p:nvSpPr>
          <p:cNvPr id="326" name="Google Shape;326;g3bac863cb99_0_0"/>
          <p:cNvSpPr txBox="1"/>
          <p:nvPr/>
        </p:nvSpPr>
        <p:spPr>
          <a:xfrm>
            <a:off x="3534025" y="308925"/>
            <a:ext cx="2891400" cy="7539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800"/>
              <a:buFont typeface="Arial" panose="020B0604020202020204"/>
              <a:buNone/>
            </a:pPr>
            <a:r>
              <a:rPr lang="en-US" sz="38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rPr>
              <a:t>REFERENCES</a:t>
            </a:r>
            <a:endParaRPr sz="38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endParaRPr>
          </a:p>
        </p:txBody>
      </p:sp>
      <p:sp>
        <p:nvSpPr>
          <p:cNvPr id="327" name="Google Shape;327;g3bac863cb99_0_0"/>
          <p:cNvSpPr txBox="1"/>
          <p:nvPr/>
        </p:nvSpPr>
        <p:spPr>
          <a:xfrm>
            <a:off x="951475" y="1013250"/>
            <a:ext cx="9020400" cy="56841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D. W. Hosmer, S. Lemeshow, and R. X. Sturdivant, </a:t>
            </a:r>
            <a:r>
              <a:rPr lang="en-US" sz="2300" i="1">
                <a:solidFill>
                  <a:schemeClr val="lt1"/>
                </a:solidFill>
                <a:latin typeface="Times New Roman" panose="02020603050405020304"/>
                <a:ea typeface="Times New Roman" panose="02020603050405020304"/>
                <a:cs typeface="Times New Roman" panose="02020603050405020304"/>
                <a:sym typeface="Times New Roman" panose="02020603050405020304"/>
              </a:rPr>
              <a:t>Applied Logistic Regression</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3rd Edition, Wiley, 2013.</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L. Breiman, </a:t>
            </a:r>
            <a:r>
              <a:rPr lang="en-US" sz="2300" i="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Forests</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Machine Learning, 45(1):5–32, 2001.</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UCI Machine Learning Repository, </a:t>
            </a:r>
            <a:r>
              <a:rPr lang="en-US" sz="2300" i="1">
                <a:solidFill>
                  <a:schemeClr val="lt1"/>
                </a:solidFill>
                <a:latin typeface="Times New Roman" panose="02020603050405020304"/>
                <a:ea typeface="Times New Roman" panose="02020603050405020304"/>
                <a:cs typeface="Times New Roman" panose="02020603050405020304"/>
                <a:sym typeface="Times New Roman" panose="02020603050405020304"/>
              </a:rPr>
              <a:t>Heart Disease Dataset</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a:t>
            </a:r>
            <a:r>
              <a:rPr lang="en-US" sz="2300" u="sng">
                <a:solidFill>
                  <a:schemeClr val="hlink"/>
                </a:solidFill>
                <a:latin typeface="Times New Roman" panose="02020603050405020304"/>
                <a:ea typeface="Times New Roman" panose="02020603050405020304"/>
                <a:cs typeface="Times New Roman" panose="02020603050405020304"/>
                <a:sym typeface="Times New Roman" panose="02020603050405020304"/>
                <a:hlinkClick r:id="rId1"/>
              </a:rPr>
              <a:t>https://archive.ics.uci.edu/ml/datasets/heart+disease</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Pedregosa et al., </a:t>
            </a:r>
            <a:r>
              <a:rPr lang="en-US" sz="2300" i="1">
                <a:solidFill>
                  <a:schemeClr val="lt1"/>
                </a:solidFill>
                <a:latin typeface="Times New Roman" panose="02020603050405020304"/>
                <a:ea typeface="Times New Roman" panose="02020603050405020304"/>
                <a:cs typeface="Times New Roman" panose="02020603050405020304"/>
                <a:sym typeface="Times New Roman" panose="02020603050405020304"/>
              </a:rPr>
              <a:t>Scikit-learn: Machine Learning in Python</a:t>
            </a: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 Journal of Machine Learning Research, 2011.</a:t>
            </a: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Python Documentation,</a:t>
            </a:r>
            <a:r>
              <a:rPr lang="en-US" sz="2300">
                <a:solidFill>
                  <a:schemeClr val="lt1"/>
                </a:solidFill>
                <a:uFill>
                  <a:noFill/>
                </a:uFill>
                <a:latin typeface="Times New Roman" panose="02020603050405020304"/>
                <a:ea typeface="Times New Roman" panose="02020603050405020304"/>
                <a:cs typeface="Times New Roman" panose="02020603050405020304"/>
                <a:sym typeface="Times New Roman" panose="02020603050405020304"/>
                <a:hlinkClick r:id="rId2"/>
              </a:rPr>
              <a:t> </a:t>
            </a:r>
            <a:r>
              <a:rPr lang="en-US" sz="2300" u="sng">
                <a:solidFill>
                  <a:schemeClr val="lt1"/>
                </a:solidFill>
                <a:latin typeface="Times New Roman" panose="02020603050405020304"/>
                <a:ea typeface="Times New Roman" panose="02020603050405020304"/>
                <a:cs typeface="Times New Roman" panose="02020603050405020304"/>
                <a:sym typeface="Times New Roman" panose="02020603050405020304"/>
                <a:hlinkClick r:id="rId2"/>
              </a:rPr>
              <a:t>https://www.python.org/doc/</a:t>
            </a:r>
            <a:endParaRPr sz="2300" u="sng">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300" u="sng">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r>
              <a:rPr lang="en-US" sz="2300">
                <a:solidFill>
                  <a:schemeClr val="lt1"/>
                </a:solidFill>
                <a:latin typeface="Times New Roman" panose="02020603050405020304"/>
                <a:ea typeface="Times New Roman" panose="02020603050405020304"/>
                <a:cs typeface="Times New Roman" panose="02020603050405020304"/>
                <a:sym typeface="Times New Roman" panose="02020603050405020304"/>
              </a:rPr>
              <a:t>Matplotlib &amp; Seaborn Documentation,</a:t>
            </a:r>
            <a:r>
              <a:rPr lang="en-US" sz="2300">
                <a:solidFill>
                  <a:schemeClr val="lt1"/>
                </a:solidFill>
                <a:uFill>
                  <a:noFill/>
                </a:uFill>
                <a:latin typeface="Times New Roman" panose="02020603050405020304"/>
                <a:ea typeface="Times New Roman" panose="02020603050405020304"/>
                <a:cs typeface="Times New Roman" panose="02020603050405020304"/>
                <a:sym typeface="Times New Roman" panose="02020603050405020304"/>
                <a:hlinkClick r:id="rId3"/>
              </a:rPr>
              <a:t> </a:t>
            </a:r>
            <a:r>
              <a:rPr lang="en-US" sz="2300" u="sng">
                <a:solidFill>
                  <a:schemeClr val="lt1"/>
                </a:solidFill>
                <a:latin typeface="Times New Roman" panose="02020603050405020304"/>
                <a:ea typeface="Times New Roman" panose="02020603050405020304"/>
                <a:cs typeface="Times New Roman" panose="02020603050405020304"/>
                <a:sym typeface="Times New Roman" panose="02020603050405020304"/>
                <a:hlinkClick r:id="rId3"/>
              </a:rPr>
              <a:t>https://matplotlib.org</a:t>
            </a:r>
            <a:endParaRPr sz="2300" u="sng">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lvl="0" indent="0" algn="l" rtl="0">
              <a:spcBef>
                <a:spcPts val="0"/>
              </a:spcBef>
              <a:spcAft>
                <a:spcPts val="0"/>
              </a:spcAft>
              <a:buClr>
                <a:schemeClr val="dk1"/>
              </a:buClr>
              <a:buSzPts val="1100"/>
              <a:buFont typeface="Arial" panose="020B0604020202020204"/>
              <a:buNone/>
            </a:pPr>
            <a:endParaRPr sz="2300" u="sng">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chemeClr val="dk1"/>
              </a:buClr>
              <a:buSzPts val="1100"/>
              <a:buFont typeface="Arial" panose="020B0604020202020204"/>
              <a:buNone/>
            </a:pPr>
            <a:endParaRPr sz="33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331" name="Shape 331"/>
        <p:cNvGrpSpPr/>
        <p:nvPr/>
      </p:nvGrpSpPr>
      <p:grpSpPr>
        <a:xfrm>
          <a:off x="0" y="0"/>
          <a:ext cx="0" cy="0"/>
          <a:chOff x="0" y="0"/>
          <a:chExt cx="0" cy="0"/>
        </a:xfrm>
      </p:grpSpPr>
      <p:sp>
        <p:nvSpPr>
          <p:cNvPr id="332" name="Google Shape;332;g3bac863cb99_0_5"/>
          <p:cNvSpPr txBox="1"/>
          <p:nvPr/>
        </p:nvSpPr>
        <p:spPr>
          <a:xfrm>
            <a:off x="3669950" y="370700"/>
            <a:ext cx="4522500" cy="951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200"/>
              <a:buFont typeface="Arial" panose="020B0604020202020204"/>
              <a:buNone/>
            </a:pPr>
            <a:r>
              <a:rPr lang="en-US" sz="32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rPr>
              <a:t>STATUS OF WORK </a:t>
            </a:r>
            <a:endParaRPr sz="3200" b="0" i="0" u="none" strike="noStrike" cap="none">
              <a:solidFill>
                <a:schemeClr val="accent1"/>
              </a:solidFill>
              <a:latin typeface="Trebuchet MS" panose="020B0603020202020204"/>
              <a:ea typeface="Trebuchet MS" panose="020B0603020202020204"/>
              <a:cs typeface="Trebuchet MS" panose="020B0603020202020204"/>
              <a:sym typeface="Trebuchet MS" panose="020B0603020202020204"/>
            </a:endParaRPr>
          </a:p>
        </p:txBody>
      </p:sp>
      <p:sp>
        <p:nvSpPr>
          <p:cNvPr id="333" name="Google Shape;333;g3bac863cb99_0_5"/>
          <p:cNvSpPr txBox="1"/>
          <p:nvPr/>
        </p:nvSpPr>
        <p:spPr>
          <a:xfrm>
            <a:off x="1285100" y="1334525"/>
            <a:ext cx="8711400" cy="4646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The status of work describes the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current progress of the project</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a:t>
            </a:r>
            <a:endParaRPr sz="19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1200"/>
              </a:spcBef>
              <a:spcAft>
                <a:spcPts val="0"/>
              </a:spcAft>
              <a:buClr>
                <a:schemeClr val="lt1"/>
              </a:buClr>
              <a:buSzPts val="1900"/>
              <a:buChar char="●"/>
            </a:pP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Literature survey</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and problem analysis –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Completed</a:t>
            </a:r>
            <a:b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Char char="●"/>
            </a:pP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Dataset collection</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(UCI Heart Disease Dataset) –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Completed</a:t>
            </a:r>
            <a:b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Char char="●"/>
            </a:pP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Data preprocessing</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Completed</a:t>
            </a:r>
            <a:b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Char char="●"/>
            </a:pP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Random Forest model implementation</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Completed</a:t>
            </a:r>
            <a:b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Char char="●"/>
            </a:pP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Model training and testing</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In progress</a:t>
            </a:r>
            <a:b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Char char="●"/>
            </a:pP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User interface development</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In progress </a:t>
            </a:r>
            <a:b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br>
            <a:endParaRPr sz="19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457200" lvl="0" indent="-349250" algn="l" rtl="0">
              <a:lnSpc>
                <a:spcPct val="115000"/>
              </a:lnSpc>
              <a:spcBef>
                <a:spcPts val="0"/>
              </a:spcBef>
              <a:spcAft>
                <a:spcPts val="0"/>
              </a:spcAft>
              <a:buClr>
                <a:schemeClr val="lt1"/>
              </a:buClr>
              <a:buSzPts val="1900"/>
              <a:buChar char="●"/>
            </a:pP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System testing and performance evaluation</a:t>
            </a:r>
            <a:r>
              <a:rPr lang="en-US" sz="1900">
                <a:solidFill>
                  <a:schemeClr val="lt1"/>
                </a:solidFill>
                <a:latin typeface="Times New Roman" panose="02020603050405020304"/>
                <a:ea typeface="Times New Roman" panose="02020603050405020304"/>
                <a:cs typeface="Times New Roman" panose="02020603050405020304"/>
                <a:sym typeface="Times New Roman" panose="02020603050405020304"/>
              </a:rPr>
              <a:t> – </a:t>
            </a:r>
            <a:r>
              <a:rPr lang="en-US" sz="1900" b="1">
                <a:solidFill>
                  <a:schemeClr val="lt1"/>
                </a:solidFill>
                <a:latin typeface="Times New Roman" panose="02020603050405020304"/>
                <a:ea typeface="Times New Roman" panose="02020603050405020304"/>
                <a:cs typeface="Times New Roman" panose="02020603050405020304"/>
                <a:sym typeface="Times New Roman" panose="02020603050405020304"/>
              </a:rPr>
              <a:t>Pending / In progress</a:t>
            </a:r>
            <a:endParaRPr sz="1900" b="1">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1200"/>
              </a:spcBef>
              <a:spcAft>
                <a:spcPts val="0"/>
              </a:spcAft>
              <a:buClr>
                <a:srgbClr val="000000"/>
              </a:buClr>
              <a:buSzPts val="3100"/>
              <a:buFont typeface="Arial" panose="020B0604020202020204"/>
              <a:buNone/>
            </a:pPr>
            <a:endParaRPr sz="3200">
              <a:solidFill>
                <a:schemeClr val="lt1"/>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337" name="Shape 337"/>
        <p:cNvGrpSpPr/>
        <p:nvPr/>
      </p:nvGrpSpPr>
      <p:grpSpPr>
        <a:xfrm>
          <a:off x="0" y="0"/>
          <a:ext cx="0" cy="0"/>
          <a:chOff x="0" y="0"/>
          <a:chExt cx="0" cy="0"/>
        </a:xfrm>
      </p:grpSpPr>
      <p:pic>
        <p:nvPicPr>
          <p:cNvPr id="338" name="Google Shape;338;g3bac863cb99_0_11"/>
          <p:cNvPicPr preferRelativeResize="0"/>
          <p:nvPr/>
        </p:nvPicPr>
        <p:blipFill rotWithShape="1">
          <a:blip r:embed="rId1"/>
          <a:srcRect/>
          <a:stretch>
            <a:fillRect/>
          </a:stretch>
        </p:blipFill>
        <p:spPr>
          <a:xfrm>
            <a:off x="778475" y="543700"/>
            <a:ext cx="8773300" cy="5350475"/>
          </a:xfrm>
          <a:prstGeom prst="rect">
            <a:avLst/>
          </a:prstGeom>
          <a:noFill/>
          <a:ln>
            <a:noFill/>
          </a:ln>
        </p:spPr>
      </p:pic>
    </p:spTree>
  </p:cSld>
  <p:clrMapOvr>
    <a:masterClrMapping/>
  </p:clrMapOvr>
</p:sld>
</file>

<file path=ppt/tags/tag1.xml><?xml version="1.0" encoding="utf-8"?>
<p:tagLst xmlns:p="http://schemas.openxmlformats.org/presentationml/2006/main">
  <p:tag name="TABLE_ENDDRAG_ORIGIN_RECT" val="962*784"/>
  <p:tag name="TABLE_ENDDRAG_RECT" val="-1*-1*962*784"/>
</p:tagLst>
</file>

<file path=ppt/theme/theme1.xml><?xml version="1.0" encoding="utf-8"?>
<a:theme xmlns:a="http://schemas.openxmlformats.org/drawingml/2006/main" name="Facet">
  <a:themeElements>
    <a:clrScheme name="Facet">
      <a:dk1>
        <a:srgbClr val="000000"/>
      </a:dk1>
      <a:lt1>
        <a:srgbClr val="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16874</Words>
  <Application>WPS Presentation</Application>
  <PresentationFormat/>
  <Paragraphs>408</Paragraphs>
  <Slides>34</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34</vt:i4>
      </vt:variant>
    </vt:vector>
  </HeadingPairs>
  <TitlesOfParts>
    <vt:vector size="47" baseType="lpstr">
      <vt:lpstr>Arial</vt:lpstr>
      <vt:lpstr>SimSun</vt:lpstr>
      <vt:lpstr>Wingdings</vt:lpstr>
      <vt:lpstr>Arial</vt:lpstr>
      <vt:lpstr>Trebuchet MS</vt:lpstr>
      <vt:lpstr>Noto Sans Symbols</vt:lpstr>
      <vt:lpstr>Segoe Print</vt:lpstr>
      <vt:lpstr>Times New Roman</vt:lpstr>
      <vt:lpstr>Microsoft YaHei</vt:lpstr>
      <vt:lpstr>Arial Unicode MS</vt:lpstr>
      <vt:lpstr>Tw Cen MT Condensed</vt:lpstr>
      <vt:lpstr>Times New Roman</vt:lpstr>
      <vt:lpstr>Facet</vt:lpstr>
      <vt:lpstr>PowerPoint 演示文稿</vt:lpstr>
      <vt:lpstr>               CONTENTS</vt:lpstr>
      <vt:lpstr>                               Introduction</vt:lpstr>
      <vt:lpstr>PowerPoint 演示文稿</vt:lpstr>
      <vt:lpstr>              Brief Overview of the Project</vt:lpstr>
      <vt:lpstr>Scope</vt:lpstr>
      <vt:lpstr>                             Purpose</vt:lpstr>
      <vt:lpstr>Objective of the Study</vt:lpstr>
      <vt:lpstr>PowerPoint 演示文稿</vt:lpstr>
      <vt:lpstr>PowerPoint 演示文稿</vt:lpstr>
      <vt:lpstr>          Problem Statement</vt:lpstr>
      <vt:lpstr>                    EXISTING SYSTEMS</vt:lpstr>
      <vt:lpstr>  Disadvantages of existing systems</vt:lpstr>
      <vt:lpstr>                     Proposed System</vt:lpstr>
      <vt:lpstr>          Advantages Of Proposed System</vt:lpstr>
      <vt:lpstr>          Advantages Of Proposed System</vt:lpstr>
      <vt:lpstr>Why Random Forest Is Chosen</vt:lpstr>
      <vt:lpstr>System Analysis</vt:lpstr>
      <vt:lpstr>            Feasibility Study</vt:lpstr>
      <vt:lpstr>         Requirement Analysis</vt:lpstr>
      <vt:lpstr>Non-Functional Requirements</vt:lpstr>
      <vt:lpstr>                   System Requirement Specification </vt:lpstr>
      <vt:lpstr>                  Library Requirements</vt:lpstr>
      <vt:lpstr>                            UML Diagrams</vt:lpstr>
      <vt:lpstr>             SYSTEM ARCHITECTURE</vt:lpstr>
      <vt:lpstr>                     ER DIAGRAM</vt:lpstr>
      <vt:lpstr>                  SEQUENCE DIAGRAM</vt:lpstr>
      <vt:lpstr>                         Data Flow Diagram</vt:lpstr>
      <vt:lpstr>              COMPONENT DIAGRAM </vt:lpstr>
      <vt:lpstr>           COLLABORATION DIAGRAM</vt:lpstr>
      <vt:lpstr>                   DEPLOYMENT DIAGRAM</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kavya kamatham</dc:creator>
  <cp:lastModifiedBy>M.Jaswanth kumar Madepalli</cp:lastModifiedBy>
  <cp:revision>3</cp:revision>
  <dcterms:created xsi:type="dcterms:W3CDTF">2026-02-05T06:19:47Z</dcterms:created>
  <dcterms:modified xsi:type="dcterms:W3CDTF">2026-02-05T06:45:33Z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377494E7B4594359942EB0C5C559FDC3_12</vt:lpwstr>
  </property>
  <property fmtid="{D5CDD505-2E9C-101B-9397-08002B2CF9AE}" pid="3" name="KSOProductBuildVer">
    <vt:lpwstr>1033-12.2.0.23196</vt:lpwstr>
  </property>
</Properties>
</file>